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96673E19.xml" ContentType="application/vnd.openxmlformats-officedocument.presentationml.slideMaster+xml"/>
  <Override PartName="/ppt/slides/slide_A01_701CEE1.xml" ContentType="application/vnd.openxmlformats-officedocument.presentationml.slide+xml"/>
  <Override PartName="/ppt/slides/slide_A02_E6BC44BA.xml" ContentType="application/vnd.openxmlformats-officedocument.presentationml.slide+xml"/>
  <Override PartName="/ppt/slides/slide_A03_3B7035B5.xml" ContentType="application/vnd.openxmlformats-officedocument.presentationml.slide+xml"/>
  <Override PartName="/ppt/slides/slide_A04_BE2A6CC7.xml" ContentType="application/vnd.openxmlformats-officedocument.presentationml.slide+xml"/>
  <Override PartName="/ppt/slides/slide_A05_BFB99675.xml" ContentType="application/vnd.openxmlformats-officedocument.presentationml.slide+xml"/>
  <Override PartName="/ppt/slides/slide_A06_9DDAA337.xml" ContentType="application/vnd.openxmlformats-officedocument.presentationml.slide+xml"/>
  <Override PartName="/ppt/slides/slide_A07_3ED9B239.xml" ContentType="application/vnd.openxmlformats-officedocument.presentationml.slide+xml"/>
  <Override PartName="/ppt/slides/slide_A08_BE7D5A3A.xml" ContentType="application/vnd.openxmlformats-officedocument.presentationml.slide+xml"/>
  <Override PartName="/ppt/slides/slide_A09_BF80907D.xml" ContentType="application/vnd.openxmlformats-officedocument.presentationml.slide+xml"/>
  <Override PartName="/ppt/slides/slide_A0A_A0675F42.xml" ContentType="application/vnd.openxmlformats-officedocument.presentationml.slide+xml"/>
  <Override PartName="/ppt/slides/slide_A0B_A34E3F78.xml" ContentType="application/vnd.openxmlformats-officedocument.presentationml.slide+xml"/>
  <Override PartName="/ppt/notesMasters/notesMaster_0_1FA65DB7.xml" ContentType="application/vnd.openxmlformats-officedocument.presentationml.notesMaster+xml"/>
  <Override PartName="/ppt/presProps.xml" ContentType="application/vnd.openxmlformats-officedocument.presentationml.presProps+xml"/>
  <Override PartName="/ppt/theme/theme_80000000_96673E19.xml" ContentType="application/vnd.openxmlformats-officedocument.theme+xml"/>
  <Override PartName="/ppt/tableStyles.xml" ContentType="application/vnd.openxmlformats-officedocument.presentationml.tableStyles+xml"/>
  <Override PartName="/ppt/slideLayouts/slideLayout_80000001_BF789338.xml" ContentType="application/vnd.openxmlformats-officedocument.presentationml.slideLayout+xml"/>
  <Override PartName="/ppt/slideLayouts/slideLayout_80000002_506761CB.xml" ContentType="application/vnd.openxmlformats-officedocument.presentationml.slideLayout+xml"/>
  <Override PartName="/ppt/slideLayouts/slideLayout_80000003_A5BC23E.xml" ContentType="application/vnd.openxmlformats-officedocument.presentationml.slideLayout+xml"/>
  <Override PartName="/ppt/slideLayouts/slideLayout_80000004_B81ED24.xml" ContentType="application/vnd.openxmlformats-officedocument.presentationml.slideLayout+xml"/>
  <Override PartName="/ppt/slideLayouts/slideLayout_80000005_8B29236C.xml" ContentType="application/vnd.openxmlformats-officedocument.presentationml.slideLayout+xml"/>
  <Override PartName="/ppt/slideLayouts/slideLayout_80000006_8947F59A.xml" ContentType="application/vnd.openxmlformats-officedocument.presentationml.slideLayout+xml"/>
  <Override PartName="/ppt/slideLayouts/slideLayout_80000007_809A26A8.xml" ContentType="application/vnd.openxmlformats-officedocument.presentationml.slideLayout+xml"/>
  <Override PartName="/ppt/slideLayouts/slideLayout_80000008_E4A10425.xml" ContentType="application/vnd.openxmlformats-officedocument.presentationml.slideLayout+xml"/>
  <Override PartName="/ppt/slideLayouts/slideLayout_80000009_BF21A96.xml" ContentType="application/vnd.openxmlformats-officedocument.presentationml.slideLayout+xml"/>
  <Override PartName="/ppt/slideLayouts/slideLayout_8000000A_721E7DE4.xml" ContentType="application/vnd.openxmlformats-officedocument.presentationml.slideLayout+xml"/>
  <Override PartName="/ppt/slideLayouts/slideLayout_8000000B_66453370.xml" ContentType="application/vnd.openxmlformats-officedocument.presentationml.slideLayout+xml"/>
  <Override PartName="/ppt/slideLayouts/slideLayout_80000018_4462E35C.xml" ContentType="application/vnd.openxmlformats-officedocument.presentationml.slideLayout+xml"/>
  <Override PartName="/ppt/slideLayouts/slideLayout_80000019_93307F1.xml" ContentType="application/vnd.openxmlformats-officedocument.presentationml.slideLayout+xml"/>
  <Override PartName="/ppt/slideLayouts/slideLayout_8000001A_1EFBFC06.xml" ContentType="application/vnd.openxmlformats-officedocument.presentationml.slideLayout+xml"/>
  <Override PartName="/ppt/slideLayouts/slideLayout_8000001B_AF1157E4.xml" ContentType="application/vnd.openxmlformats-officedocument.presentationml.slideLayout+xml"/>
  <Override PartName="/ppt/slideLayouts/slideLayout_8000001C_74DB2544.xml" ContentType="application/vnd.openxmlformats-officedocument.presentationml.slideLayout+xml"/>
  <Override PartName="/ppt/slideLayouts/slideLayout_8000001D_3581B7C4.xml" ContentType="application/vnd.openxmlformats-officedocument.presentationml.slideLayout+xml"/>
  <Override PartName="/ppt/slideLayouts/slideLayout_8000001E_70C994C6.xml" ContentType="application/vnd.openxmlformats-officedocument.presentationml.slideLayout+xml"/>
  <Override PartName="/ppt/slideLayouts/slideLayout_8000001F_6BC20405.xml" ContentType="application/vnd.openxmlformats-officedocument.presentationml.slideLayout+xml"/>
  <Override PartName="/ppt/slideLayouts/slideLayout_80000020_85308D1B.xml" ContentType="application/vnd.openxmlformats-officedocument.presentationml.slideLayout+xml"/>
  <Override PartName="/ppt/slideLayouts/slideLayout_80000021_598EB943.xml" ContentType="application/vnd.openxmlformats-officedocument.presentationml.slideLayout+xml"/>
  <Override PartName="/ppt/slideLayouts/slideLayout_80000022_49D95E2C.xml" ContentType="application/vnd.openxmlformats-officedocument.presentationml.slideLayout+xml"/>
  <Override PartName="/ppt/slideLayouts/slideLayout_80000023_AB75DC2F.xml" ContentType="application/vnd.openxmlformats-officedocument.presentationml.slideLayout+xml"/>
  <Override PartName="/ppt/slideLayouts/slideLayout_80000024_1A56DA12.xml" ContentType="application/vnd.openxmlformats-officedocument.presentationml.slideLayout+xml"/>
  <Override PartName="/ppt/slideLayouts/slideLayout_80000025_B0D70F49.xml" ContentType="application/vnd.openxmlformats-officedocument.presentationml.slideLayout+xml"/>
  <Override PartName="/ppt/slideLayouts/slideLayout_80000026_988BCD12.xml" ContentType="application/vnd.openxmlformats-officedocument.presentationml.slideLayout+xml"/>
  <Override PartName="/ppt/slideLayouts/slideLayout_80000027_901A1892.xml" ContentType="application/vnd.openxmlformats-officedocument.presentationml.slideLayout+xml"/>
  <Override PartName="/ppt/slideLayouts/slideLayout_80000028_F987EF1F.xml" ContentType="application/vnd.openxmlformats-officedocument.presentationml.slideLayout+xml"/>
  <Override PartName="/ppt/slideLayouts/slideLayout_80000029_4F3F189B.xml" ContentType="application/vnd.openxmlformats-officedocument.presentationml.slideLayout+xml"/>
  <Override PartName="/ppt/slideLayouts/slideLayout_8000002A_2167B1F8.xml" ContentType="application/vnd.openxmlformats-officedocument.presentationml.slideLayout+xml"/>
  <Override PartName="/ppt/slideLayouts/slideLayout_8000002B_85CAF35F.xml" ContentType="application/vnd.openxmlformats-officedocument.presentationml.slideLayout+xml"/>
  <Override PartName="/ppt/slideLayouts/slideLayout_8000002C_2E367B11.xml" ContentType="application/vnd.openxmlformats-officedocument.presentationml.slideLayout+xml"/>
  <Override PartName="/ppt/slideLayouts/slideLayout_8000002D_E143871C.xml" ContentType="application/vnd.openxmlformats-officedocument.presentationml.slideLayout+xml"/>
  <Override PartName="/ppt/slideLayouts/slideLayout_8000002E_3823FFAC.xml" ContentType="application/vnd.openxmlformats-officedocument.presentationml.slideLayout+xml"/>
  <Override PartName="/ppt/slideLayouts/slideLayout_8000002F_67E90D3.xml" ContentType="application/vnd.openxmlformats-officedocument.presentationml.slideLayout+xml"/>
  <Override PartName="/ppt/slideLayouts/slideLayout_80000030_B0A34C96.xml" ContentType="application/vnd.openxmlformats-officedocument.presentationml.slideLayout+xml"/>
  <Override PartName="/ppt/slideLayouts/slideLayout_80000031_A7767541.xml" ContentType="application/vnd.openxmlformats-officedocument.presentationml.slideLayout+xml"/>
  <Override PartName="/ppt/slideLayouts/slideLayout_80000032_B7446B2.xml" ContentType="application/vnd.openxmlformats-officedocument.presentationml.slideLayout+xml"/>
  <Override PartName="/ppt/slideLayouts/slideLayout_80000033_96EE0D41.xml" ContentType="application/vnd.openxmlformats-officedocument.presentationml.slideLayout+xml"/>
  <Override PartName="/ppt/slideLayouts/slideLayout_80000034_2F310D1E.xml" ContentType="application/vnd.openxmlformats-officedocument.presentationml.slideLayout+xml"/>
  <Override PartName="/ppt/slideLayouts/slideLayout_80000035_6C982ECE.xml" ContentType="application/vnd.openxmlformats-officedocument.presentationml.slideLayout+xml"/>
  <Override PartName="/ppt/slideLayouts/slideLayout_80000036_D6B1FBB7.xml" ContentType="application/vnd.openxmlformats-officedocument.presentationml.slideLayout+xml"/>
  <Override PartName="/ppt/slideLayouts/slideLayout_80000037_A732F13F.xml" ContentType="application/vnd.openxmlformats-officedocument.presentationml.slideLayout+xml"/>
  <Override PartName="/ppt/slideLayouts/slideLayout_80000038_9F694FB2.xml" ContentType="application/vnd.openxmlformats-officedocument.presentationml.slideLayout+xml"/>
  <Override PartName="/ppt/slideLayouts/slideLayout_80000039_415DECE0.xml" ContentType="application/vnd.openxmlformats-officedocument.presentationml.slideLayout+xml"/>
  <Override PartName="/ppt/slideLayouts/slideLayout_8000003A_42E4AA00.xml" ContentType="application/vnd.openxmlformats-officedocument.presentationml.slideLayout+xml"/>
  <Override PartName="/ppt/slideLayouts/slideLayout_8000003B_782B5B00.xml" ContentType="application/vnd.openxmlformats-officedocument.presentationml.slideLayout+xml"/>
  <Override PartName="/ppt/slideLayouts/slideLayout_8000003C_4DCD53D8.xml" ContentType="application/vnd.openxmlformats-officedocument.presentationml.slideLayout+xml"/>
  <Override PartName="/ppt/slideLayouts/slideLayout_8000003D_13F7239.xml" ContentType="application/vnd.openxmlformats-officedocument.presentationml.slideLayout+xml"/>
  <Override PartName="/ppt/slideLayouts/slideLayout_8000003E_1FA9D20E.xml" ContentType="application/vnd.openxmlformats-officedocument.presentationml.slideLayout+xml"/>
  <Override PartName="/ppt/slideLayouts/slideLayout_8000003F_79B73F05.xml" ContentType="application/vnd.openxmlformats-officedocument.presentationml.slideLayout+xml"/>
  <Override PartName="/ppt/slideLayouts/slideLayout_80000040_EEBA7DA6.xml" ContentType="application/vnd.openxmlformats-officedocument.presentationml.slideLayout+xml"/>
  <Override PartName="/ppt/slideLayouts/slideLayout_80000041_5E5CFA67.xml" ContentType="application/vnd.openxmlformats-officedocument.presentationml.slideLayout+xml"/>
  <Override PartName="/ppt/slideLayouts/slideLayout_80000042_C6D3DAD8.xml" ContentType="application/vnd.openxmlformats-officedocument.presentationml.slideLayout+xml"/>
  <Override PartName="/ppt/slideLayouts/slideLayout_80000043_1C430AA5.xml" ContentType="application/vnd.openxmlformats-officedocument.presentationml.slideLayout+xml"/>
  <Override PartName="/ppt/theme/theme_0_1FA65DB7.xml" ContentType="application/vnd.openxmlformats-officedocument.theme+xml"/>
  <Override PartName="/ppt/notesSlides/notesSlide_A01_701CEE1.xml" ContentType="application/vnd.openxmlformats-officedocument.presentationml.notesSlide+xml"/>
  <Override PartName="/ppt/notesSlides/notesSlide_A02_E6BC44BA.xml" ContentType="application/vnd.openxmlformats-officedocument.presentationml.notesSlide+xml"/>
  <Override PartName="/ppt/notesSlides/notesSlide_A03_3B7035B5.xml" ContentType="application/vnd.openxmlformats-officedocument.presentationml.notesSlide+xml"/>
  <Override PartName="/ppt/notesSlides/notesSlide_A04_BE2A6CC7.xml" ContentType="application/vnd.openxmlformats-officedocument.presentationml.notesSlide+xml"/>
  <Override PartName="/ppt/notesSlides/notesSlide_A05_BFB99675.xml" ContentType="application/vnd.openxmlformats-officedocument.presentationml.notesSlide+xml"/>
  <Override PartName="/ppt/notesSlides/notesSlide_A06_9DDAA337.xml" ContentType="application/vnd.openxmlformats-officedocument.presentationml.notesSlide+xml"/>
  <Override PartName="/ppt/notesSlides/notesSlide_A07_3ED9B239.xml" ContentType="application/vnd.openxmlformats-officedocument.presentationml.notesSlide+xml"/>
  <Override PartName="/ppt/notesSlides/notesSlide_A08_BE7D5A3A.xml" ContentType="application/vnd.openxmlformats-officedocument.presentationml.notesSlide+xml"/>
  <Override PartName="/ppt/notesSlides/notesSlide_A09_BF80907D.xml" ContentType="application/vnd.openxmlformats-officedocument.presentationml.notesSlide+xml"/>
  <Override PartName="/ppt/notesSlides/notesSlide_A0A_A0675F42.xml" ContentType="application/vnd.openxmlformats-officedocument.presentationml.notesSlide+xml"/>
  <Override PartName="/ppt/notesSlides/notesSlide_A0B_A34E3F78.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adar de Editais Estratégicos" id="{30B116D4-6731-4159-821D-DA90D2557970}">
          <p14:sldIdLst>
            <p14:sldId id="2561"/>
          </p14:sldIdLst>
        </p14:section>
        <p14:section name="Apresentação do Sistema de Inteligência de Oportunidades" id="{6B77CB14-787F-4CE6-AB3E-6459302480F7}">
          <p14:sldIdLst>
            <p14:sldId id="2562"/>
            <p14:sldId id="2563"/>
            <p14:sldId id="2564"/>
            <p14:sldId id="2565"/>
            <p14:sldId id="2566"/>
            <p14:sldId id="2567"/>
            <p14:sldId id="2568"/>
            <p14:sldId id="2569"/>
            <p14:sldId id="2570"/>
            <p14:sldId id="25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3ED9B239.xml"/><Relationship Id="rId13" Type="http://schemas.openxmlformats.org/officeDocument/2006/relationships/notesMaster" Target="notesMasters/notesMaster_0_1FA65DB7.xml"/><Relationship Id="rId3" Type="http://schemas.openxmlformats.org/officeDocument/2006/relationships/slide" Target="slides/slide_A02_E6BC44BA.xml"/><Relationship Id="rId7" Type="http://schemas.openxmlformats.org/officeDocument/2006/relationships/slide" Target="slides/slide_A06_9DDAA337.xml"/><Relationship Id="rId12" Type="http://schemas.openxmlformats.org/officeDocument/2006/relationships/slide" Target="slides/slide_A0B_A34E3F78.xml"/><Relationship Id="rId2" Type="http://schemas.openxmlformats.org/officeDocument/2006/relationships/slide" Target="slides/slide_A01_701CEE1.xml"/><Relationship Id="rId16" Type="http://schemas.openxmlformats.org/officeDocument/2006/relationships/tableStyles" Target="tableStyles.xml"/><Relationship Id="rId1" Type="http://schemas.openxmlformats.org/officeDocument/2006/relationships/slideMaster" Target="slideMasters/slideMaster_80000000_96673E19.xml"/><Relationship Id="rId6" Type="http://schemas.openxmlformats.org/officeDocument/2006/relationships/slide" Target="slides/slide_A05_BFB99675.xml"/><Relationship Id="rId11" Type="http://schemas.openxmlformats.org/officeDocument/2006/relationships/slide" Target="slides/slide_A0A_A0675F42.xml"/><Relationship Id="rId5" Type="http://schemas.openxmlformats.org/officeDocument/2006/relationships/slide" Target="slides/slide_A04_BE2A6CC7.xml"/><Relationship Id="rId15" Type="http://schemas.openxmlformats.org/officeDocument/2006/relationships/theme" Target="theme/theme_80000000_96673E19.xml"/><Relationship Id="rId10" Type="http://schemas.openxmlformats.org/officeDocument/2006/relationships/slide" Target="slides/slide_A09_BF80907D.xml"/><Relationship Id="rId4" Type="http://schemas.openxmlformats.org/officeDocument/2006/relationships/slide" Target="slides/slide_A03_3B7035B5.xml"/><Relationship Id="rId9" Type="http://schemas.openxmlformats.org/officeDocument/2006/relationships/slide" Target="slides/slide_A08_BE7D5A3A.xml"/><Relationship Id="rId14" Type="http://schemas.openxmlformats.org/officeDocument/2006/relationships/presProps" Target="presProps.xml"/></Relationships>
</file>

<file path=ppt/notesMasters/_rels/notesMaster_0_1FA65DB7.xml.rels><?xml version="1.0" encoding="UTF-8" standalone="yes"?>
<Relationships xmlns="http://schemas.openxmlformats.org/package/2006/relationships"><Relationship Id="rId1" Type="http://schemas.openxmlformats.org/officeDocument/2006/relationships/theme" Target="../theme/theme_0_1FA65DB7.xml"/></Relationships>
</file>

<file path=ppt/notesMasters/notesMaster_0_1FA65DB7.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D18786-CB15-4805-A8BF-04E0F37ADB72}"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77F90B-B50A-4734-B697-C86604BB756D}" type="slidenum">
              <a:t/>
            </a:fld>
            <a:endParaRPr lang="en-US"/>
          </a:p>
        </p:txBody>
      </p:sp>
    </p:spTree>
    <p:extLst>
      <p:ext uri="{BB962C8B-B14F-4D97-AF65-F5344CB8AC3E}">
        <p14:creationId xmlns:p14="http://schemas.microsoft.com/office/powerpoint/2010/main" val="530996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A0675F42.xml.rels><?xml version="1.0" encoding="UTF-8" standalone="yes"?>
<Relationships xmlns="http://schemas.openxmlformats.org/package/2006/relationships"><Relationship Id="rId2" Type="http://schemas.openxmlformats.org/officeDocument/2006/relationships/slide" Target="../slides/slide_A0A_A0675F42.xml"/><Relationship Id="rId1" Type="http://schemas.openxmlformats.org/officeDocument/2006/relationships/notesMaster" Target="../notesMasters/notesMaster_0_1FA65DB7.xml"/></Relationships>
</file>

<file path=ppt/notesSlides/_rels/notesSlide_A0B_A34E3F78.xml.rels><?xml version="1.0" encoding="UTF-8" standalone="yes"?>
<Relationships xmlns="http://schemas.openxmlformats.org/package/2006/relationships"><Relationship Id="rId2" Type="http://schemas.openxmlformats.org/officeDocument/2006/relationships/slide" Target="../slides/slide_A0B_A34E3F78.xml"/><Relationship Id="rId1" Type="http://schemas.openxmlformats.org/officeDocument/2006/relationships/notesMaster" Target="../notesMasters/notesMaster_0_1FA65DB7.xml"/></Relationships>
</file>

<file path=ppt/notesSlides/_rels/notesSlide_A01_701CEE1.xml.rels><?xml version="1.0" encoding="UTF-8" standalone="yes"?>
<Relationships xmlns="http://schemas.openxmlformats.org/package/2006/relationships"><Relationship Id="rId2" Type="http://schemas.openxmlformats.org/officeDocument/2006/relationships/slide" Target="../slides/slide_A01_701CEE1.xml"/><Relationship Id="rId1" Type="http://schemas.openxmlformats.org/officeDocument/2006/relationships/notesMaster" Target="../notesMasters/notesMaster_0_1FA65DB7.xml"/></Relationships>
</file>

<file path=ppt/notesSlides/_rels/notesSlide_A02_E6BC44BA.xml.rels><?xml version="1.0" encoding="UTF-8" standalone="yes"?>
<Relationships xmlns="http://schemas.openxmlformats.org/package/2006/relationships"><Relationship Id="rId2" Type="http://schemas.openxmlformats.org/officeDocument/2006/relationships/slide" Target="../slides/slide_A02_E6BC44BA.xml"/><Relationship Id="rId1" Type="http://schemas.openxmlformats.org/officeDocument/2006/relationships/notesMaster" Target="../notesMasters/notesMaster_0_1FA65DB7.xml"/></Relationships>
</file>

<file path=ppt/notesSlides/_rels/notesSlide_A03_3B7035B5.xml.rels><?xml version="1.0" encoding="UTF-8" standalone="yes"?>
<Relationships xmlns="http://schemas.openxmlformats.org/package/2006/relationships"><Relationship Id="rId2" Type="http://schemas.openxmlformats.org/officeDocument/2006/relationships/slide" Target="../slides/slide_A03_3B7035B5.xml"/><Relationship Id="rId1" Type="http://schemas.openxmlformats.org/officeDocument/2006/relationships/notesMaster" Target="../notesMasters/notesMaster_0_1FA65DB7.xml"/></Relationships>
</file>

<file path=ppt/notesSlides/_rels/notesSlide_A04_BE2A6CC7.xml.rels><?xml version="1.0" encoding="UTF-8" standalone="yes"?>
<Relationships xmlns="http://schemas.openxmlformats.org/package/2006/relationships"><Relationship Id="rId2" Type="http://schemas.openxmlformats.org/officeDocument/2006/relationships/slide" Target="../slides/slide_A04_BE2A6CC7.xml"/><Relationship Id="rId1" Type="http://schemas.openxmlformats.org/officeDocument/2006/relationships/notesMaster" Target="../notesMasters/notesMaster_0_1FA65DB7.xml"/></Relationships>
</file>

<file path=ppt/notesSlides/_rels/notesSlide_A05_BFB99675.xml.rels><?xml version="1.0" encoding="UTF-8" standalone="yes"?>
<Relationships xmlns="http://schemas.openxmlformats.org/package/2006/relationships"><Relationship Id="rId2" Type="http://schemas.openxmlformats.org/officeDocument/2006/relationships/slide" Target="../slides/slide_A05_BFB99675.xml"/><Relationship Id="rId1" Type="http://schemas.openxmlformats.org/officeDocument/2006/relationships/notesMaster" Target="../notesMasters/notesMaster_0_1FA65DB7.xml"/></Relationships>
</file>

<file path=ppt/notesSlides/_rels/notesSlide_A06_9DDAA337.xml.rels><?xml version="1.0" encoding="UTF-8" standalone="yes"?>
<Relationships xmlns="http://schemas.openxmlformats.org/package/2006/relationships"><Relationship Id="rId2" Type="http://schemas.openxmlformats.org/officeDocument/2006/relationships/slide" Target="../slides/slide_A06_9DDAA337.xml"/><Relationship Id="rId1" Type="http://schemas.openxmlformats.org/officeDocument/2006/relationships/notesMaster" Target="../notesMasters/notesMaster_0_1FA65DB7.xml"/></Relationships>
</file>

<file path=ppt/notesSlides/_rels/notesSlide_A07_3ED9B239.xml.rels><?xml version="1.0" encoding="UTF-8" standalone="yes"?>
<Relationships xmlns="http://schemas.openxmlformats.org/package/2006/relationships"><Relationship Id="rId2" Type="http://schemas.openxmlformats.org/officeDocument/2006/relationships/slide" Target="../slides/slide_A07_3ED9B239.xml"/><Relationship Id="rId1" Type="http://schemas.openxmlformats.org/officeDocument/2006/relationships/notesMaster" Target="../notesMasters/notesMaster_0_1FA65DB7.xml"/></Relationships>
</file>

<file path=ppt/notesSlides/_rels/notesSlide_A08_BE7D5A3A.xml.rels><?xml version="1.0" encoding="UTF-8" standalone="yes"?>
<Relationships xmlns="http://schemas.openxmlformats.org/package/2006/relationships"><Relationship Id="rId2" Type="http://schemas.openxmlformats.org/officeDocument/2006/relationships/slide" Target="../slides/slide_A08_BE7D5A3A.xml"/><Relationship Id="rId1" Type="http://schemas.openxmlformats.org/officeDocument/2006/relationships/notesMaster" Target="../notesMasters/notesMaster_0_1FA65DB7.xml"/></Relationships>
</file>

<file path=ppt/notesSlides/_rels/notesSlide_A09_BF80907D.xml.rels><?xml version="1.0" encoding="UTF-8" standalone="yes"?>
<Relationships xmlns="http://schemas.openxmlformats.org/package/2006/relationships"><Relationship Id="rId2" Type="http://schemas.openxmlformats.org/officeDocument/2006/relationships/slide" Target="../slides/slide_A09_BF80907D.xml"/><Relationship Id="rId1" Type="http://schemas.openxmlformats.org/officeDocument/2006/relationships/notesMaster" Target="../notesMasters/notesMaster_0_1FA65DB7.xml"/></Relationships>
</file>

<file path=ppt/notesSlides/notesSlide_A0A_A0675F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Embora o Radar de Editais Estratégicos já entregue valor significativo em sua versão atual, ele foi concebido com foco em evolução contínua. Um dos próximos passos naturais é a ampliação das fontes monitoradas, incorporando portais oficiais adicionais, organismos internacionais e plataformas específicas de fomento e pesquisa. Outra evolução relevante é a integração de análises mais avançadas com inteligência artificial, capazes de gerar pareceres jurídicos mais detalhados a partir do conteúdo completo dos editais. Também é possível desenvolver dashboards executivos mais sofisticados, com indicadores visuais de desempenho, taxas de conversão e distribuição de oportunidades por área. A integração com ferramentas corporativas, como Power BI ou sistemas de gestão interna, pode ampliar ainda mais o alcance estratégico do Radar. Esses próximos passos demonstram que a solução não é estática, mas um núcleo de inteligência que pode crescer conforme as necessidades da organização, preservando os investimentos já realizados e ampliando o retorno estratégico.</a:t>
            </a:r>
          </a:p>
        </p:txBody>
      </p:sp>
      <p:sp>
        <p:nvSpPr>
          <p:cNvPr id="4" name="Slide Number Placeholder 3"/>
          <p:cNvSpPr>
            <a:spLocks noGrp="1"/>
          </p:cNvSpPr>
          <p:nvPr>
            <p:ph type="sldNum" sz="quarter" idx="5"/>
          </p:nvPr>
        </p:nvSpPr>
        <p:spPr/>
        <p:txBody>
          <a:bodyPr/>
          <a:lstStyle/>
          <a:p>
            <a:fld id="{1429B7C0-8A13-46E4-89D9-7AC030B45048}" type="slidenum">
              <a:t/>
            </a:fld>
            <a:endParaRPr lang="en-US"/>
          </a:p>
        </p:txBody>
      </p:sp>
    </p:spTree>
    <p:extLst>
      <p:ext uri="{BB962C8B-B14F-4D97-AF65-F5344CB8AC3E}">
        <p14:creationId xmlns:p14="http://schemas.microsoft.com/office/powerpoint/2010/main" val="2644481365"/>
      </p:ext>
    </p:extLst>
  </p:cSld>
  <p:clrMapOvr>
    <a:masterClrMapping/>
  </p:clrMapOvr>
</p:notes>
</file>

<file path=ppt/notesSlides/notesSlide_A0B_A34E3F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Em conclusão, o Radar de Editais Estratégicos representa uma mudança de paradigma na forma como oportunidades públicas são identificadas, analisadas e transformadas em decisões estratégicas. Ao substituir processos manuais e dispersos por um fluxo automatizado, estruturado e inteligente, o sistema aumenta a eficiência operacional e fortalece a capacidade de tomada de decisão da liderança. Sua combinação de simplicidade de uso, organização de dados, análise inicial padronizada e alertas automáticos cria uma base sólida para gestão do pipeline de captação. Mais do que uma ferramenta técnica, o Radar deve ser entendido como um ativo institucional, capaz de consolidar conhecimento, apoiar a governança e reforçar o posicionamento estratégico do escritório. Ao final da apresentação, fica claro que a solução já está pronta para uso e, ao mesmo tempo, aberta a evoluções futuras, garantindo que o investimento realizado hoje continue gerando valor estratégico no longo prazo.</a:t>
            </a:r>
          </a:p>
        </p:txBody>
      </p:sp>
      <p:sp>
        <p:nvSpPr>
          <p:cNvPr id="4" name="Slide Number Placeholder 3"/>
          <p:cNvSpPr>
            <a:spLocks noGrp="1"/>
          </p:cNvSpPr>
          <p:nvPr>
            <p:ph type="sldNum" sz="quarter" idx="5"/>
          </p:nvPr>
        </p:nvSpPr>
        <p:spPr/>
        <p:txBody>
          <a:bodyPr/>
          <a:lstStyle/>
          <a:p>
            <a:fld id="{1429B7C0-8A13-46E4-89D9-7AC030B45048}" type="slidenum">
              <a:t/>
            </a:fld>
            <a:endParaRPr lang="en-US"/>
          </a:p>
        </p:txBody>
      </p:sp>
    </p:spTree>
    <p:extLst>
      <p:ext uri="{BB962C8B-B14F-4D97-AF65-F5344CB8AC3E}">
        <p14:creationId xmlns:p14="http://schemas.microsoft.com/office/powerpoint/2010/main" val="3691626586"/>
      </p:ext>
    </p:extLst>
  </p:cSld>
  <p:clrMapOvr>
    <a:masterClrMapping/>
  </p:clrMapOvr>
</p:notes>
</file>

<file path=ppt/notesSlides/notesSlide_A01_701CE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Os conteúdos gerados por IA poderão estar incorretos.
---
</a:t>
            </a:r>
          </a:p>
        </p:txBody>
      </p:sp>
      <p:sp>
        <p:nvSpPr>
          <p:cNvPr id="4" name="Slide Number Placeholder 3"/>
          <p:cNvSpPr>
            <a:spLocks noGrp="1"/>
          </p:cNvSpPr>
          <p:nvPr>
            <p:ph type="sldNum" sz="quarter" idx="5"/>
          </p:nvPr>
        </p:nvSpPr>
        <p:spPr/>
        <p:txBody>
          <a:bodyPr/>
          <a:lstStyle/>
          <a:p>
            <a:fld id="{1429B7C0-8A13-46E4-89D9-7AC030B45048}" type="slidenum">
              <a:t/>
            </a:fld>
            <a:endParaRPr lang="en-US"/>
          </a:p>
        </p:txBody>
      </p:sp>
    </p:spTree>
    <p:extLst>
      <p:ext uri="{BB962C8B-B14F-4D97-AF65-F5344CB8AC3E}">
        <p14:creationId xmlns:p14="http://schemas.microsoft.com/office/powerpoint/2010/main" val="2033018740"/>
      </p:ext>
    </p:extLst>
  </p:cSld>
  <p:clrMapOvr>
    <a:masterClrMapping/>
  </p:clrMapOvr>
</p:notes>
</file>

<file path=ppt/notesSlides/notesSlide_A02_E6BC44B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Radar de Editais Estratégicos: visão geral da solução, O problema atual na busca e gestão de editais, A solução proposta: automação e inteligência, Como o sistema funciona na prática, Principais capacidades do Radar de Editais, Benefícios estratégicos para a empresa, Demonstração prática do sistema, Próximos passos e possibilidades de evolução, Conclusão: de oportunidades a decisões estratégicas</a:t>
            </a:r>
          </a:p>
        </p:txBody>
      </p:sp>
      <p:sp>
        <p:nvSpPr>
          <p:cNvPr id="4" name="Slide Number Placeholder 3"/>
          <p:cNvSpPr>
            <a:spLocks noGrp="1"/>
          </p:cNvSpPr>
          <p:nvPr>
            <p:ph type="sldNum" sz="quarter" idx="5"/>
          </p:nvPr>
        </p:nvSpPr>
        <p:spPr/>
        <p:txBody>
          <a:bodyPr/>
          <a:lstStyle/>
          <a:p>
            <a:fld id="{1429B7C0-8A13-46E4-89D9-7AC030B45048}" type="slidenum">
              <a:t/>
            </a:fld>
            <a:endParaRPr lang="en-US"/>
          </a:p>
        </p:txBody>
      </p:sp>
    </p:spTree>
    <p:extLst>
      <p:ext uri="{BB962C8B-B14F-4D97-AF65-F5344CB8AC3E}">
        <p14:creationId xmlns:p14="http://schemas.microsoft.com/office/powerpoint/2010/main" val="3742742586"/>
      </p:ext>
    </p:extLst>
  </p:cSld>
  <p:clrMapOvr>
    <a:masterClrMapping/>
  </p:clrMapOvr>
</p:notes>
</file>

<file path=ppt/notesSlides/notesSlide_A03_3B7035B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 Radar de Editais Estratégicos é um sistema automatizado desenvolvido para apoiar a captação, organização e análise de oportunidades públicas de forma contínua e estruturada. Ele foi concebido para atender às necessidades de escritórios e organizações que atuam em direito público, terceiro setor, governança, políticas públicas e áreas correlatas, onde a identificação antecipada de editais é um fator crítico de sucesso. A solução integra coleta automática de informações em fontes públicas online, filtragem por palavras-chave estratégicas e organização dos dados em uma base estruturada em Excel, acessível e facilmente atualizável. Diferentemente de abordagens manuais, o sistema reduz drasticamente o tempo gasto na busca de oportunidades, ao mesmo tempo em que cria um histórico confiável de editais monitorados. Outro ponto central é a geração de inteligência prática: cada oportunidade passa por uma triagem automatizada que classifica aderência, sugere decisão e identifica riscos e oportunidades, apoiando a tomada de decisão gerencial. O Radar também envia alertas automáticos por e-mail sempre que novas oportunidades relevantes são identificadas, garantindo que a liderança tenha visibilidade imediata sem depender de acompanhamento manual. Em termos estratégicos, o sistema não deve ser visto apenas como uma ferramenta operacional, mas como um ativo institucional que consolida conhecimento, organiza o pipeline de captação e fortalece a capacidade de antecipação do escritório frente ao mercado público. Essa visão geral posiciona o Radar como base para decisões mais rápidas, qualificadas e alinhadas à estratégia organizacional.</a:t>
            </a:r>
          </a:p>
        </p:txBody>
      </p:sp>
      <p:sp>
        <p:nvSpPr>
          <p:cNvPr id="4" name="Slide Number Placeholder 3"/>
          <p:cNvSpPr>
            <a:spLocks noGrp="1"/>
          </p:cNvSpPr>
          <p:nvPr>
            <p:ph type="sldNum" sz="quarter" idx="5"/>
          </p:nvPr>
        </p:nvSpPr>
        <p:spPr/>
        <p:txBody>
          <a:bodyPr/>
          <a:lstStyle/>
          <a:p>
            <a:fld id="{1429B7C0-8A13-46E4-89D9-7AC030B45048}" type="slidenum">
              <a:t/>
            </a:fld>
            <a:endParaRPr lang="en-US"/>
          </a:p>
        </p:txBody>
      </p:sp>
    </p:spTree>
    <p:extLst>
      <p:ext uri="{BB962C8B-B14F-4D97-AF65-F5344CB8AC3E}">
        <p14:creationId xmlns:p14="http://schemas.microsoft.com/office/powerpoint/2010/main" val="3527415333"/>
      </p:ext>
    </p:extLst>
  </p:cSld>
  <p:clrMapOvr>
    <a:masterClrMapping/>
  </p:clrMapOvr>
</p:notes>
</file>

<file path=ppt/notesSlides/notesSlide_A04_BE2A6CC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busca tradicional por editais e oportunidades públicas costuma ser fragmentada, manual e altamente dependente do esforço individual de profissionais. Em muitos casos, a identificação de oportunidades ocorre por meio de consultas esporádicas a sites governamentais, alertas informais ou indicações pontuais, o que aumenta significativamente o risco de perda de prazos e de oportunidades estratégicas. Além disso, mesmo quando os editais são identificados, frequentemente faltam mecanismos estruturados para registrar, classificar e acompanhar essas informações ao longo do tempo. Isso gera retrabalho, falta de histórico confiável e dificuldade de visualizar o pipeline de oportunidades em andamento. Outro problema recorrente é a ausência de critérios padronizados de triagem, o que faz com que decisões sobre participar ou não de um edital dependam excessivamente de análises ad hoc, sem consistência entre casos semelhantes. Esse cenário também impacta a gestão do conhecimento institucional, pois aprendizados de editais anteriores, exigências recorrentes e padrões de risco não ficam devidamente registrados. Em ambientes competitivos, essa falta de organização reduz a capacidade de antecipação e de posicionamento estratégico. O Radar de Editais Estratégicos surge exatamente para resolver esses gargalos, substituindo processos dispersos por um fluxo contínuo, automatizado e rastreável, que transforma a busca por editais em um processo sistemático e alinhado às prioridades institucionais.</a:t>
            </a:r>
          </a:p>
        </p:txBody>
      </p:sp>
      <p:sp>
        <p:nvSpPr>
          <p:cNvPr id="4" name="Slide Number Placeholder 3"/>
          <p:cNvSpPr>
            <a:spLocks noGrp="1"/>
          </p:cNvSpPr>
          <p:nvPr>
            <p:ph type="sldNum" sz="quarter" idx="5"/>
          </p:nvPr>
        </p:nvSpPr>
        <p:spPr/>
        <p:txBody>
          <a:bodyPr/>
          <a:lstStyle/>
          <a:p>
            <a:fld id="{1429B7C0-8A13-46E4-89D9-7AC030B45048}" type="slidenum">
              <a:t/>
            </a:fld>
            <a:endParaRPr lang="en-US"/>
          </a:p>
        </p:txBody>
      </p:sp>
    </p:spTree>
    <p:extLst>
      <p:ext uri="{BB962C8B-B14F-4D97-AF65-F5344CB8AC3E}">
        <p14:creationId xmlns:p14="http://schemas.microsoft.com/office/powerpoint/2010/main" val="1980616074"/>
      </p:ext>
    </p:extLst>
  </p:cSld>
  <p:clrMapOvr>
    <a:masterClrMapping/>
  </p:clrMapOvr>
</p:notes>
</file>

<file path=ppt/notesSlides/notesSlide_A05_BFB996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solução proposta pelo Radar de Editais Estratégicos combina automação tecnológica com lógica de análise estratégica, criando um fluxo simples, porém robusto. O sistema realiza a coleta automática diária de oportunidades a partir de fontes públicas online, eliminando a necessidade de buscas manuais repetitivas. Em seguida, aplica filtros inteligentes baseados em palavras-chave alinhadas às áreas de atuação do escritório, garantindo que apenas oportunidades relevantes avancem no processo. Uma vez identificados, os editais são organizados automaticamente em uma base estruturada em Excel, que funciona como repositório central de informações. Nesse estágio, o sistema adiciona uma camada de inteligência ao classificar cada oportunidade quanto à aderência estratégica, sugerir uma decisão inicial e destacar possíveis riscos e oportunidades. Essa abordagem padroniza a análise inicial, reduz vieses e acelera a tomada de decisão. Além disso, o envio automático de alertas por e-mail assegura que as lideranças sejam informadas em tempo hábil, sem a necessidade de acompanhamento constante. A solução foi desenhada para ser simples de operar, confiável e facilmente escalável, permitindo futuras evoluções, como integração com novas fontes, dashboards executivos ou análise avançada com inteligência artificial. Dessa forma, a automação deixa de ser apenas operacional e passa a apoiar diretamente a estratégia institucional.</a:t>
            </a:r>
          </a:p>
        </p:txBody>
      </p:sp>
      <p:sp>
        <p:nvSpPr>
          <p:cNvPr id="4" name="Slide Number Placeholder 3"/>
          <p:cNvSpPr>
            <a:spLocks noGrp="1"/>
          </p:cNvSpPr>
          <p:nvPr>
            <p:ph type="sldNum" sz="quarter" idx="5"/>
          </p:nvPr>
        </p:nvSpPr>
        <p:spPr/>
        <p:txBody>
          <a:bodyPr/>
          <a:lstStyle/>
          <a:p>
            <a:fld id="{1429B7C0-8A13-46E4-89D9-7AC030B45048}" type="slidenum">
              <a:t/>
            </a:fld>
            <a:endParaRPr lang="en-US"/>
          </a:p>
        </p:txBody>
      </p:sp>
    </p:spTree>
    <p:extLst>
      <p:ext uri="{BB962C8B-B14F-4D97-AF65-F5344CB8AC3E}">
        <p14:creationId xmlns:p14="http://schemas.microsoft.com/office/powerpoint/2010/main" val="1028929608"/>
      </p:ext>
    </p:extLst>
  </p:cSld>
  <p:clrMapOvr>
    <a:masterClrMapping/>
  </p:clrMapOvr>
</p:notes>
</file>

<file path=ppt/notesSlides/notesSlide_A06_9DDAA3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Na prática, o funcionamento do Radar de Editais Estratégicos segue um fluxo lógico e transparente, facilmente compreensível mesmo para usuários não técnicos. O processo inicia-se com a consulta automática a fontes públicas de informações, como portais de notícias e páginas oficiais que divulgam concursos, chamamentos e oportunidades públicas. Esses dados brutos são então submetidos a um mecanismo de filtragem que verifica a presença de termos estratégicos previamente definidos, como áreas de atuação jurídica, temas de governança ou tipos de contratação. As oportunidades que passam por esse filtro são registradas na base Excel, evitando duplicidades e mantendo um histórico organizado. Em seguida, cada registro recebe uma análise automatizada que gera um resumo executivo, identifica requisitos prováveis, aponta oportunidades estratégicas e avalia riscos iniciais. O sistema também atribui uma classificação de aderência e uma sugestão de decisão, como participar, monitorar ou descartar. Por fim, sempre que novas oportunidades são adicionadas, um e-mail automático é enviado aos responsáveis, contendo um resumo claro e links diretos para consulta. Esse fluxo garante rastreabilidade, agilidade e padronização, permitindo que a equipe concentre seus esforços na análise aprofundada e na preparação de propostas, em vez de tarefas repetitivas de busca e organização.</a:t>
            </a:r>
          </a:p>
        </p:txBody>
      </p:sp>
      <p:sp>
        <p:nvSpPr>
          <p:cNvPr id="4" name="Slide Number Placeholder 3"/>
          <p:cNvSpPr>
            <a:spLocks noGrp="1"/>
          </p:cNvSpPr>
          <p:nvPr>
            <p:ph type="sldNum" sz="quarter" idx="5"/>
          </p:nvPr>
        </p:nvSpPr>
        <p:spPr/>
        <p:txBody>
          <a:bodyPr/>
          <a:lstStyle/>
          <a:p>
            <a:fld id="{1429B7C0-8A13-46E4-89D9-7AC030B45048}" type="slidenum">
              <a:t/>
            </a:fld>
            <a:endParaRPr lang="en-US"/>
          </a:p>
        </p:txBody>
      </p:sp>
    </p:spTree>
    <p:extLst>
      <p:ext uri="{BB962C8B-B14F-4D97-AF65-F5344CB8AC3E}">
        <p14:creationId xmlns:p14="http://schemas.microsoft.com/office/powerpoint/2010/main" val="1481498075"/>
      </p:ext>
    </p:extLst>
  </p:cSld>
  <p:clrMapOvr>
    <a:masterClrMapping/>
  </p:clrMapOvr>
</p:notes>
</file>

<file path=ppt/notesSlides/notesSlide_A07_3ED9B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 Radar de Editais Estratégicos reúne um conjunto de capacidades que o diferenciam de abordagens tradicionais de monitoramento. A primeira delas é a captação automática e contínua de oportunidades, que garante atualização diária sem intervenção humana. Em segundo lugar, o sistema oferece filtragem estratégica configurável, permitindo ajustes rápidos conforme mudanças de foco institucional ou surgimento de novas áreas de interesse. Outra capacidade central é a organização estruturada dos dados em Excel, ferramenta amplamente conhecida e acessível, o que facilita adoção e uso imediato pela equipe. O Radar também incorpora uma camada de análise inteligente, capaz de gerar classificações de aderência, recomendações iniciais e identificação de riscos, padronizando a triagem e reduzindo incertezas. A funcionalidade de alertas automáticos por e-mail assegura comunicação proativa e tempestiva com a liderança. Além disso, o sistema foi desenvolvido com foco em simplicidade operacional, permitindo execução automática diária e também execução manual por duplo clique, quando desejado. Essas capacidades combinadas transformam o Radar em um sistema confiável de apoio à decisão, com potencial de evolução para análises mais avançadas e integração com outras ferramentas corporativas.</a:t>
            </a:r>
          </a:p>
        </p:txBody>
      </p:sp>
      <p:sp>
        <p:nvSpPr>
          <p:cNvPr id="4" name="Slide Number Placeholder 3"/>
          <p:cNvSpPr>
            <a:spLocks noGrp="1"/>
          </p:cNvSpPr>
          <p:nvPr>
            <p:ph type="sldNum" sz="quarter" idx="5"/>
          </p:nvPr>
        </p:nvSpPr>
        <p:spPr/>
        <p:txBody>
          <a:bodyPr/>
          <a:lstStyle/>
          <a:p>
            <a:fld id="{1429B7C0-8A13-46E4-89D9-7AC030B45048}" type="slidenum">
              <a:t/>
            </a:fld>
            <a:endParaRPr lang="en-US"/>
          </a:p>
        </p:txBody>
      </p:sp>
    </p:spTree>
    <p:extLst>
      <p:ext uri="{BB962C8B-B14F-4D97-AF65-F5344CB8AC3E}">
        <p14:creationId xmlns:p14="http://schemas.microsoft.com/office/powerpoint/2010/main" val="2742945569"/>
      </p:ext>
    </p:extLst>
  </p:cSld>
  <p:clrMapOvr>
    <a:masterClrMapping/>
  </p:clrMapOvr>
</p:notes>
</file>

<file path=ppt/notesSlides/notesSlide_A08_BE7D5A3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Os benefícios estratégicos do Radar de Editais Estratégicos vão muito além da automação operacional. Em primeiro lugar, o sistema promove a antecipação de oportunidades, permitindo que a empresa se posicione de forma proativa em vez de reativa. Isso aumenta a competitividade e reduz a probabilidade de perda de prazos relevantes. Em segundo lugar, há uma redução significativa do esforço operacional, liberando tempo da equipe para atividades de maior valor agregado, como análise jurídica aprofundada, articulação de parcerias e elaboração de propostas. Outro benefício central é a organização do pipeline de captação, que passa a ser visível, rastreável e historicamente documentado. Essa visão facilita decisões estratégicas, como priorização de áreas, identificação de gargalos e avaliação de desempenho ao longo do tempo. O Radar também contribui para a governança interna, ao padronizar critérios de triagem e registrar decisões e aprendizados. Por fim, o sistema fortalece o posicionamento institucional, ao transformar a captação de oportunidades em um processo estruturado e profissional, alinhado às melhores práticas de gestão e inteligência de mercado público.</a:t>
            </a:r>
          </a:p>
        </p:txBody>
      </p:sp>
      <p:sp>
        <p:nvSpPr>
          <p:cNvPr id="4" name="Slide Number Placeholder 3"/>
          <p:cNvSpPr>
            <a:spLocks noGrp="1"/>
          </p:cNvSpPr>
          <p:nvPr>
            <p:ph type="sldNum" sz="quarter" idx="5"/>
          </p:nvPr>
        </p:nvSpPr>
        <p:spPr/>
        <p:txBody>
          <a:bodyPr/>
          <a:lstStyle/>
          <a:p>
            <a:fld id="{1429B7C0-8A13-46E4-89D9-7AC030B45048}" type="slidenum">
              <a:t/>
            </a:fld>
            <a:endParaRPr lang="en-US"/>
          </a:p>
        </p:txBody>
      </p:sp>
    </p:spTree>
    <p:extLst>
      <p:ext uri="{BB962C8B-B14F-4D97-AF65-F5344CB8AC3E}">
        <p14:creationId xmlns:p14="http://schemas.microsoft.com/office/powerpoint/2010/main" val="1899112954"/>
      </p:ext>
    </p:extLst>
  </p:cSld>
  <p:clrMapOvr>
    <a:masterClrMapping/>
  </p:clrMapOvr>
</p:notes>
</file>

<file path=ppt/notesSlides/notesSlide_A09_BF80907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demonstração prática do Radar de Editais Estratégicos é um dos pontos mais fortes da apresentação, pois evidencia de forma concreta o valor da solução. Durante a demonstração, o sistema pode ser executado manualmente por meio de um simples duplo clique, reforçando sua facilidade de uso. Em poucos instantes, é possível observar a coleta automática de novas oportunidades, a atualização da base Excel com registros organizados e a aplicação das classificações e análises iniciais. Em paralelo, o envio automático de e-mails demonstra a capacidade do sistema de notificar a liderança sem esforço adicional. Essa experiência prática ajuda a tangibilizar benefícios como agilidade, confiabilidade e padronização. A demonstração também permite destacar a robustez do sistema, que opera de forma consistente e previsível, mesmo sem supervisão constante. Ao mostrar o fluxo completo, desde a coleta até a notificação, a apresentação reforça que o Radar não é um protótipo conceitual, mas uma solução funcional, pronta para uso institucional e para apoiar decisões reais do dia a dia.</a:t>
            </a:r>
          </a:p>
        </p:txBody>
      </p:sp>
      <p:sp>
        <p:nvSpPr>
          <p:cNvPr id="4" name="Slide Number Placeholder 3"/>
          <p:cNvSpPr>
            <a:spLocks noGrp="1"/>
          </p:cNvSpPr>
          <p:nvPr>
            <p:ph type="sldNum" sz="quarter" idx="5"/>
          </p:nvPr>
        </p:nvSpPr>
        <p:spPr/>
        <p:txBody>
          <a:bodyPr/>
          <a:lstStyle/>
          <a:p>
            <a:fld id="{1429B7C0-8A13-46E4-89D9-7AC030B45048}" type="slidenum">
              <a:t/>
            </a:fld>
            <a:endParaRPr lang="en-US"/>
          </a:p>
        </p:txBody>
      </p:sp>
    </p:spTree>
    <p:extLst>
      <p:ext uri="{BB962C8B-B14F-4D97-AF65-F5344CB8AC3E}">
        <p14:creationId xmlns:p14="http://schemas.microsoft.com/office/powerpoint/2010/main" val="1377916636"/>
      </p:ext>
    </p:extLst>
  </p:cSld>
  <p:clrMapOvr>
    <a:masterClrMapping/>
  </p:clrMapOvr>
</p:notes>
</file>

<file path=ppt/slideLayouts/_rels/slideLayout_8000000A_721E7DE4.xml.rels><?xml version="1.0" encoding="UTF-8" standalone="yes"?>
<Relationships xmlns="http://schemas.openxmlformats.org/package/2006/relationships"><Relationship Id="rId2" Type="http://schemas.openxmlformats.org/officeDocument/2006/relationships/image" Target="../media/image_32F3F240.jpeg"/><Relationship Id="rId1" Type="http://schemas.openxmlformats.org/officeDocument/2006/relationships/slideMaster" Target="../slideMasters/slideMaster_80000000_96673E19.xml"/></Relationships>
</file>

<file path=ppt/slideLayouts/_rels/slideLayout_8000000B_66453370.xml.rels><?xml version="1.0" encoding="UTF-8" standalone="yes"?>
<Relationships xmlns="http://schemas.openxmlformats.org/package/2006/relationships"><Relationship Id="rId2" Type="http://schemas.openxmlformats.org/officeDocument/2006/relationships/image" Target="../media/image_4D65184B.jpeg"/><Relationship Id="rId1" Type="http://schemas.openxmlformats.org/officeDocument/2006/relationships/slideMaster" Target="../slideMasters/slideMaster_80000000_96673E19.xml"/></Relationships>
</file>

<file path=ppt/slideLayouts/_rels/slideLayout_8000001A_1EFBFC06.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1B_AF1157E4.xml.rels><?xml version="1.0" encoding="UTF-8" standalone="yes"?>
<Relationships xmlns="http://schemas.openxmlformats.org/package/2006/relationships"><Relationship Id="rId2" Type="http://schemas.openxmlformats.org/officeDocument/2006/relationships/image" Target="../media/image_32F3F240.jpeg"/><Relationship Id="rId1" Type="http://schemas.openxmlformats.org/officeDocument/2006/relationships/slideMaster" Target="../slideMasters/slideMaster_80000000_96673E19.xml"/></Relationships>
</file>

<file path=ppt/slideLayouts/_rels/slideLayout_8000001C_74DB2544.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1D_3581B7C4.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1E_70C994C6.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1F_6BC20405.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2A_2167B1F8.xml.rels><?xml version="1.0" encoding="UTF-8" standalone="yes"?>
<Relationships xmlns="http://schemas.openxmlformats.org/package/2006/relationships"><Relationship Id="rId2" Type="http://schemas.openxmlformats.org/officeDocument/2006/relationships/image" Target="../media/image_94E00771.jpeg"/><Relationship Id="rId1" Type="http://schemas.openxmlformats.org/officeDocument/2006/relationships/slideMaster" Target="../slideMasters/slideMaster_80000000_96673E19.xml"/></Relationships>
</file>

<file path=ppt/slideLayouts/_rels/slideLayout_8000002B_85CAF35F.xml.rels><?xml version="1.0" encoding="UTF-8" standalone="yes"?>
<Relationships xmlns="http://schemas.openxmlformats.org/package/2006/relationships"><Relationship Id="rId2" Type="http://schemas.openxmlformats.org/officeDocument/2006/relationships/image" Target="../media/image_4D65184B.jpeg"/><Relationship Id="rId1" Type="http://schemas.openxmlformats.org/officeDocument/2006/relationships/slideMaster" Target="../slideMasters/slideMaster_80000000_96673E19.xml"/></Relationships>
</file>

<file path=ppt/slideLayouts/_rels/slideLayout_8000002C_2E367B11.xml.rels><?xml version="1.0" encoding="UTF-8" standalone="yes"?>
<Relationships xmlns="http://schemas.openxmlformats.org/package/2006/relationships"><Relationship Id="rId2" Type="http://schemas.openxmlformats.org/officeDocument/2006/relationships/image" Target="../media/image_BFDDD421.jpeg"/><Relationship Id="rId1" Type="http://schemas.openxmlformats.org/officeDocument/2006/relationships/slideMaster" Target="../slideMasters/slideMaster_80000000_96673E19.xml"/></Relationships>
</file>

<file path=ppt/slideLayouts/_rels/slideLayout_8000002D_E143871C.xml.rels><?xml version="1.0" encoding="UTF-8" standalone="yes"?>
<Relationships xmlns="http://schemas.openxmlformats.org/package/2006/relationships"><Relationship Id="rId2" Type="http://schemas.openxmlformats.org/officeDocument/2006/relationships/image" Target="../media/image_BFDDD421.jpeg"/><Relationship Id="rId1" Type="http://schemas.openxmlformats.org/officeDocument/2006/relationships/slideMaster" Target="../slideMasters/slideMaster_80000000_96673E19.xml"/></Relationships>
</file>

<file path=ppt/slideLayouts/_rels/slideLayout_8000002E_3823FFAC.xml.rels><?xml version="1.0" encoding="UTF-8" standalone="yes"?>
<Relationships xmlns="http://schemas.openxmlformats.org/package/2006/relationships"><Relationship Id="rId2" Type="http://schemas.openxmlformats.org/officeDocument/2006/relationships/image" Target="../media/image_94E00771.jpeg"/><Relationship Id="rId1" Type="http://schemas.openxmlformats.org/officeDocument/2006/relationships/slideMaster" Target="../slideMasters/slideMaster_80000000_96673E19.xml"/></Relationships>
</file>

<file path=ppt/slideLayouts/_rels/slideLayout_8000002F_67E90D3.xml.rels><?xml version="1.0" encoding="UTF-8" standalone="yes"?>
<Relationships xmlns="http://schemas.openxmlformats.org/package/2006/relationships"><Relationship Id="rId2" Type="http://schemas.openxmlformats.org/officeDocument/2006/relationships/image" Target="../media/image_94E00771.jpeg"/><Relationship Id="rId1" Type="http://schemas.openxmlformats.org/officeDocument/2006/relationships/slideMaster" Target="../slideMasters/slideMaster_80000000_96673E19.xml"/></Relationships>
</file>

<file path=ppt/slideLayouts/_rels/slideLayout_8000003A_42E4AA00.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3B_782B5B00.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3C_4DCD53D8.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3D_13F7239.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3E_1FA9D20E.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3F_79B73F05.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01_BF789338.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02_506761CB.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03_A5BC23E.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04_B81ED24.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05_8B29236C.xml.rels><?xml version="1.0" encoding="UTF-8" standalone="yes"?>
<Relationships xmlns="http://schemas.openxmlformats.org/package/2006/relationships"><Relationship Id="rId2" Type="http://schemas.openxmlformats.org/officeDocument/2006/relationships/image" Target="../media/image_4D65184B.jpeg"/><Relationship Id="rId1" Type="http://schemas.openxmlformats.org/officeDocument/2006/relationships/slideMaster" Target="../slideMasters/slideMaster_80000000_96673E19.xml"/></Relationships>
</file>

<file path=ppt/slideLayouts/_rels/slideLayout_80000006_8947F59A.xml.rels><?xml version="1.0" encoding="UTF-8" standalone="yes"?>
<Relationships xmlns="http://schemas.openxmlformats.org/package/2006/relationships"><Relationship Id="rId2" Type="http://schemas.openxmlformats.org/officeDocument/2006/relationships/image" Target="../media/image_94E00771.jpeg"/><Relationship Id="rId1" Type="http://schemas.openxmlformats.org/officeDocument/2006/relationships/slideMaster" Target="../slideMasters/slideMaster_80000000_96673E19.xml"/></Relationships>
</file>

<file path=ppt/slideLayouts/_rels/slideLayout_80000007_809A26A8.xml.rels><?xml version="1.0" encoding="UTF-8" standalone="yes"?>
<Relationships xmlns="http://schemas.openxmlformats.org/package/2006/relationships"><Relationship Id="rId2" Type="http://schemas.openxmlformats.org/officeDocument/2006/relationships/image" Target="../media/image_94E00771.jpeg"/><Relationship Id="rId1" Type="http://schemas.openxmlformats.org/officeDocument/2006/relationships/slideMaster" Target="../slideMasters/slideMaster_80000000_96673E19.xml"/></Relationships>
</file>

<file path=ppt/slideLayouts/_rels/slideLayout_80000008_E4A10425.xml.rels><?xml version="1.0" encoding="UTF-8" standalone="yes"?>
<Relationships xmlns="http://schemas.openxmlformats.org/package/2006/relationships"><Relationship Id="rId2" Type="http://schemas.openxmlformats.org/officeDocument/2006/relationships/image" Target="../media/image_94E00771.jpeg"/><Relationship Id="rId1" Type="http://schemas.openxmlformats.org/officeDocument/2006/relationships/slideMaster" Target="../slideMasters/slideMaster_80000000_96673E19.xml"/></Relationships>
</file>

<file path=ppt/slideLayouts/_rels/slideLayout_80000009_BF21A96.xml.rels><?xml version="1.0" encoding="UTF-8" standalone="yes"?>
<Relationships xmlns="http://schemas.openxmlformats.org/package/2006/relationships"><Relationship Id="rId2" Type="http://schemas.openxmlformats.org/officeDocument/2006/relationships/image" Target="../media/image_32F3F240.jpeg"/><Relationship Id="rId1" Type="http://schemas.openxmlformats.org/officeDocument/2006/relationships/slideMaster" Target="../slideMasters/slideMaster_80000000_96673E19.xml"/></Relationships>
</file>

<file path=ppt/slideLayouts/_rels/slideLayout_80000018_4462E35C.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19_93307F1.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20_85308D1B.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21_598EB943.xml.rels><?xml version="1.0" encoding="UTF-8" standalone="yes"?>
<Relationships xmlns="http://schemas.openxmlformats.org/package/2006/relationships"><Relationship Id="rId2" Type="http://schemas.openxmlformats.org/officeDocument/2006/relationships/image" Target="../media/image_32F3F240.jpeg"/><Relationship Id="rId1" Type="http://schemas.openxmlformats.org/officeDocument/2006/relationships/slideMaster" Target="../slideMasters/slideMaster_80000000_96673E19.xml"/></Relationships>
</file>

<file path=ppt/slideLayouts/_rels/slideLayout_80000022_49D95E2C.xml.rels><?xml version="1.0" encoding="UTF-8" standalone="yes"?>
<Relationships xmlns="http://schemas.openxmlformats.org/package/2006/relationships"><Relationship Id="rId2" Type="http://schemas.openxmlformats.org/officeDocument/2006/relationships/image" Target="../media/image_32F3F240.jpeg"/><Relationship Id="rId1" Type="http://schemas.openxmlformats.org/officeDocument/2006/relationships/slideMaster" Target="../slideMasters/slideMaster_80000000_96673E19.xml"/></Relationships>
</file>

<file path=ppt/slideLayouts/_rels/slideLayout_80000023_AB75DC2F.xml.rels><?xml version="1.0" encoding="UTF-8" standalone="yes"?>
<Relationships xmlns="http://schemas.openxmlformats.org/package/2006/relationships"><Relationship Id="rId2" Type="http://schemas.openxmlformats.org/officeDocument/2006/relationships/image" Target="../media/image_32F3F240.jpeg"/><Relationship Id="rId1" Type="http://schemas.openxmlformats.org/officeDocument/2006/relationships/slideMaster" Target="../slideMasters/slideMaster_80000000_96673E19.xml"/></Relationships>
</file>

<file path=ppt/slideLayouts/_rels/slideLayout_80000024_1A56DA12.xml.rels><?xml version="1.0" encoding="UTF-8" standalone="yes"?>
<Relationships xmlns="http://schemas.openxmlformats.org/package/2006/relationships"><Relationship Id="rId2" Type="http://schemas.openxmlformats.org/officeDocument/2006/relationships/image" Target="../media/image_32F3F240.jpeg"/><Relationship Id="rId1" Type="http://schemas.openxmlformats.org/officeDocument/2006/relationships/slideMaster" Target="../slideMasters/slideMaster_80000000_96673E19.xml"/></Relationships>
</file>

<file path=ppt/slideLayouts/_rels/slideLayout_80000025_B0D70F49.xml.rels><?xml version="1.0" encoding="UTF-8" standalone="yes"?>
<Relationships xmlns="http://schemas.openxmlformats.org/package/2006/relationships"><Relationship Id="rId2" Type="http://schemas.openxmlformats.org/officeDocument/2006/relationships/image" Target="../media/image_94E00771.jpeg"/><Relationship Id="rId1" Type="http://schemas.openxmlformats.org/officeDocument/2006/relationships/slideMaster" Target="../slideMasters/slideMaster_80000000_96673E19.xml"/></Relationships>
</file>

<file path=ppt/slideLayouts/_rels/slideLayout_80000026_988BCD12.xml.rels><?xml version="1.0" encoding="UTF-8" standalone="yes"?>
<Relationships xmlns="http://schemas.openxmlformats.org/package/2006/relationships"><Relationship Id="rId2" Type="http://schemas.openxmlformats.org/officeDocument/2006/relationships/image" Target="../media/image_94E00771.jpeg"/><Relationship Id="rId1" Type="http://schemas.openxmlformats.org/officeDocument/2006/relationships/slideMaster" Target="../slideMasters/slideMaster_80000000_96673E19.xml"/></Relationships>
</file>

<file path=ppt/slideLayouts/_rels/slideLayout_80000027_901A1892.xml.rels><?xml version="1.0" encoding="UTF-8" standalone="yes"?>
<Relationships xmlns="http://schemas.openxmlformats.org/package/2006/relationships"><Relationship Id="rId2" Type="http://schemas.openxmlformats.org/officeDocument/2006/relationships/image" Target="../media/image_94E00771.jpeg"/><Relationship Id="rId1" Type="http://schemas.openxmlformats.org/officeDocument/2006/relationships/slideMaster" Target="../slideMasters/slideMaster_80000000_96673E19.xml"/></Relationships>
</file>

<file path=ppt/slideLayouts/_rels/slideLayout_80000028_F987EF1F.xml.rels><?xml version="1.0" encoding="UTF-8" standalone="yes"?>
<Relationships xmlns="http://schemas.openxmlformats.org/package/2006/relationships"><Relationship Id="rId2" Type="http://schemas.openxmlformats.org/officeDocument/2006/relationships/image" Target="../media/image_94E00771.jpeg"/><Relationship Id="rId1" Type="http://schemas.openxmlformats.org/officeDocument/2006/relationships/slideMaster" Target="../slideMasters/slideMaster_80000000_96673E19.xml"/></Relationships>
</file>

<file path=ppt/slideLayouts/_rels/slideLayout_80000029_4F3F189B.xml.rels><?xml version="1.0" encoding="UTF-8" standalone="yes"?>
<Relationships xmlns="http://schemas.openxmlformats.org/package/2006/relationships"><Relationship Id="rId2" Type="http://schemas.openxmlformats.org/officeDocument/2006/relationships/image" Target="../media/image_94E00771.jpeg"/><Relationship Id="rId1" Type="http://schemas.openxmlformats.org/officeDocument/2006/relationships/slideMaster" Target="../slideMasters/slideMaster_80000000_96673E19.xml"/></Relationships>
</file>

<file path=ppt/slideLayouts/_rels/slideLayout_80000030_B0A34C96.xml.rels><?xml version="1.0" encoding="UTF-8" standalone="yes"?>
<Relationships xmlns="http://schemas.openxmlformats.org/package/2006/relationships"><Relationship Id="rId2" Type="http://schemas.openxmlformats.org/officeDocument/2006/relationships/image" Target="../media/image_94E00771.jpeg"/><Relationship Id="rId1" Type="http://schemas.openxmlformats.org/officeDocument/2006/relationships/slideMaster" Target="../slideMasters/slideMaster_80000000_96673E19.xml"/></Relationships>
</file>

<file path=ppt/slideLayouts/_rels/slideLayout_80000031_A7767541.xml.rels><?xml version="1.0" encoding="UTF-8" standalone="yes"?>
<Relationships xmlns="http://schemas.openxmlformats.org/package/2006/relationships"><Relationship Id="rId2" Type="http://schemas.openxmlformats.org/officeDocument/2006/relationships/image" Target="../media/image_94E00771.jpeg"/><Relationship Id="rId1" Type="http://schemas.openxmlformats.org/officeDocument/2006/relationships/slideMaster" Target="../slideMasters/slideMaster_80000000_96673E19.xml"/></Relationships>
</file>

<file path=ppt/slideLayouts/_rels/slideLayout_80000032_B7446B2.xml.rels><?xml version="1.0" encoding="UTF-8" standalone="yes"?>
<Relationships xmlns="http://schemas.openxmlformats.org/package/2006/relationships"><Relationship Id="rId2" Type="http://schemas.openxmlformats.org/officeDocument/2006/relationships/image" Target="../media/image_32F3F240.jpeg"/><Relationship Id="rId1" Type="http://schemas.openxmlformats.org/officeDocument/2006/relationships/slideMaster" Target="../slideMasters/slideMaster_80000000_96673E19.xml"/></Relationships>
</file>

<file path=ppt/slideLayouts/_rels/slideLayout_80000033_96EE0D41.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34_2F310D1E.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35_6C982ECE.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36_D6B1FBB7.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37_A732F13F.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38_9F694FB2.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39_415DECE0.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40_EEBA7DA6.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41_5E5CFA67.xml.rels><?xml version="1.0" encoding="UTF-8" standalone="yes"?>
<Relationships xmlns="http://schemas.openxmlformats.org/package/2006/relationships"><Relationship Id="rId2" Type="http://schemas.openxmlformats.org/officeDocument/2006/relationships/image" Target="../media/image_94E00771.jpeg"/><Relationship Id="rId1" Type="http://schemas.openxmlformats.org/officeDocument/2006/relationships/slideMaster" Target="../slideMasters/slideMaster_80000000_96673E19.xml"/></Relationships>
</file>

<file path=ppt/slideLayouts/_rels/slideLayout_80000042_C6D3DAD8.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_rels/slideLayout_80000043_1C430AA5.xml.rels><?xml version="1.0" encoding="UTF-8" standalone="yes"?>
<Relationships xmlns="http://schemas.openxmlformats.org/package/2006/relationships"><Relationship Id="rId1" Type="http://schemas.openxmlformats.org/officeDocument/2006/relationships/slideMaster" Target="../slideMasters/slideMaster_80000000_96673E19.xml"/></Relationships>
</file>

<file path=ppt/slideLayouts/slideLayout_8000000A_721E7DE4.xml><?xml version="1.0" encoding="utf-8"?>
<p:sldLayout xmlns:a="http://schemas.openxmlformats.org/drawingml/2006/main" xmlns:r="http://schemas.openxmlformats.org/officeDocument/2006/relationships" xmlns:p="http://schemas.openxmlformats.org/presentationml/2006/main" preserve="1" userDrawn="1">
  <p:cSld name="Título com Imagem 6">
    <p:bg>
      <p:bgPr>
        <a:solidFill>
          <a:schemeClr val="bg1"/>
        </a:solidFill>
        <a:effectLst/>
      </p:bgPr>
    </p:bg>
    <p:spTree>
      <p:nvGrpSpPr>
        <p:cNvPr id="1" name=""/>
        <p:cNvGrpSpPr/>
        <p:nvPr/>
      </p:nvGrpSpPr>
      <p:grpSpPr>
        <a:xfrm>
          <a:off x="0" y="0"/>
          <a:ext cx="0" cy="0"/>
          <a:chOff x="0" y="0"/>
          <a:chExt cx="0" cy="0"/>
        </a:xfrm>
      </p:grpSpPr>
      <p:sp>
        <p:nvSpPr>
          <p:cNvPr id="45" name="Retângulo 44">
            <a:extLst>
              <a:ext uri="{FF2B5EF4-FFF2-40B4-BE49-F238E27FC236}">
                <a16:creationId xmlns:a16="http://schemas.microsoft.com/office/drawing/2014/main" id="{528339C4-3F0B-4FDE-331F-F8029E9A43FE}"/>
              </a:ext>
            </a:extLst>
          </p:cNvPr>
          <p:cNvSpPr/>
          <p:nvPr/>
        </p:nvSpPr>
        <p:spPr>
          <a:xfrm>
            <a:off x="0" y="0"/>
            <a:ext cx="778606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Título 8">
            <a:extLst>
              <a:ext uri="{FF2B5EF4-FFF2-40B4-BE49-F238E27FC236}">
                <a16:creationId xmlns:a16="http://schemas.microsoft.com/office/drawing/2014/main" id="{0BC36425-FDF2-F5CF-6A47-6FF03D432E73}"/>
              </a:ext>
            </a:extLst>
          </p:cNvPr>
          <p:cNvSpPr>
            <a:spLocks noGrp="1"/>
          </p:cNvSpPr>
          <p:nvPr>
            <p:ph type="title"/>
          </p:nvPr>
        </p:nvSpPr>
        <p:spPr>
          <a:xfrm>
            <a:off x="1571624" y="1016955"/>
            <a:ext cx="5657849" cy="2980050"/>
          </a:xfrm>
        </p:spPr>
        <p:txBody>
          <a:bodyPr rtlCol="0">
            <a:noAutofit/>
          </a:bodyPr>
          <a:lstStyle>
            <a:lvl1pPr>
              <a:defRPr sz="7200" cap="all" baseline="0">
                <a:solidFill>
                  <a:schemeClr val="bg1"/>
                </a:solidFill>
              </a:defRPr>
            </a:lvl1pPr>
          </a:lstStyle>
          <a:p>
            <a:pPr rtl="0"/>
            <a:r>
              <a:rPr lang="pt-br"/>
              <a:t>Clique para editar o estilo de título Mestre</a:t>
            </a:r>
          </a:p>
        </p:txBody>
      </p:sp>
      <p:sp>
        <p:nvSpPr>
          <p:cNvPr id="13" name="Subtítulo 2">
            <a:extLst>
              <a:ext uri="{FF2B5EF4-FFF2-40B4-BE49-F238E27FC236}">
                <a16:creationId xmlns:a16="http://schemas.microsoft.com/office/drawing/2014/main" id="{2100EADD-FAC0-B5A1-CE0F-C7DBBBB19153}"/>
              </a:ext>
            </a:extLst>
          </p:cNvPr>
          <p:cNvSpPr>
            <a:spLocks noGrp="1"/>
          </p:cNvSpPr>
          <p:nvPr>
            <p:ph type="subTitle" idx="1"/>
          </p:nvPr>
        </p:nvSpPr>
        <p:spPr>
          <a:xfrm>
            <a:off x="3457574" y="5013960"/>
            <a:ext cx="3761341" cy="842323"/>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rtl="0"/>
            <a:r>
              <a:rPr lang="pt-br"/>
              <a:t>Clique para editar o estilo de subtítulo Mestre</a:t>
            </a:r>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4815506" cy="381001"/>
          </a:xfrm>
          <a:prstGeom prst="rect">
            <a:avLst/>
          </a:prstGeom>
        </p:spPr>
        <p:txBody>
          <a:bodyPr rtlCol="0"/>
          <a:lstStyle>
            <a:lvl1pPr>
              <a:defRPr>
                <a:solidFill>
                  <a:schemeClr val="bg1"/>
                </a:solidFill>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5343525" y="6476999"/>
            <a:ext cx="1212771" cy="381001"/>
          </a:xfrm>
          <a:prstGeom prst="rect">
            <a:avLst/>
          </a:prstGeom>
        </p:spPr>
        <p:txBody>
          <a:bodyPr rtlCol="0"/>
          <a:lstStyle>
            <a:lvl1pPr>
              <a:defRPr>
                <a:solidFill>
                  <a:schemeClr val="bg1"/>
                </a:solidFill>
              </a:defRPr>
            </a:lvl1pPr>
          </a:lstStyle>
          <a:p>
            <a:pPr rtl="0"/>
            <a:r>
              <a:rPr lang="en-US"/>
              <a:t>17/09/2025</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6561689" y="6477000"/>
            <a:ext cx="657226" cy="381001"/>
          </a:xfrm>
          <a:prstGeom prst="rect">
            <a:avLst/>
          </a:prstGeom>
        </p:spPr>
        <p:txBody>
          <a:bodyPr rtlCol="0"/>
          <a:lstStyle>
            <a:lvl1pPr>
              <a:defRPr>
                <a:solidFill>
                  <a:schemeClr val="bg1"/>
                </a:solidFill>
              </a:defRPr>
            </a:lvl1pPr>
          </a:lstStyle>
          <a:p>
            <a:pPr rtl="0"/>
            <a:fld id="{AEAA3239-9EA4-4A65-A281-97F994456D9F}" type="slidenum">
              <a:rPr lang="en-US" smtClean="0"/>
              <a:pPr/>
              <a:t/>
            </a:fld>
            <a:endParaRPr lang="en-US"/>
          </a:p>
        </p:txBody>
      </p:sp>
      <p:sp>
        <p:nvSpPr>
          <p:cNvPr id="44" name="Espaço Reservado para Imagem 43">
            <a:extLst>
              <a:ext uri="{FF2B5EF4-FFF2-40B4-BE49-F238E27FC236}">
                <a16:creationId xmlns:a16="http://schemas.microsoft.com/office/drawing/2014/main" id="{B02236DF-7EF5-6F1F-81E2-5FBB5F770DDA}"/>
              </a:ext>
            </a:extLst>
          </p:cNvPr>
          <p:cNvSpPr>
            <a:spLocks noGrp="1"/>
          </p:cNvSpPr>
          <p:nvPr>
            <p:ph type="pic" sz="quarter" idx="13" hasCustomPrompt="1"/>
          </p:nvPr>
        </p:nvSpPr>
        <p:spPr>
          <a:xfrm>
            <a:off x="7786070" y="0"/>
            <a:ext cx="4405930" cy="6858000"/>
          </a:xfrm>
          <a:custGeom>
            <a:avLst/>
            <a:gdLst>
              <a:gd name="connsiteX0" fmla="*/ 0 w 4405930"/>
              <a:gd name="connsiteY0" fmla="*/ 0 h 6858000"/>
              <a:gd name="connsiteX1" fmla="*/ 4405930 w 4405930"/>
              <a:gd name="connsiteY1" fmla="*/ 0 h 6858000"/>
              <a:gd name="connsiteX2" fmla="*/ 4405930 w 4405930"/>
              <a:gd name="connsiteY2" fmla="*/ 6858000 h 6858000"/>
              <a:gd name="connsiteX3" fmla="*/ 0 w 4405930"/>
              <a:gd name="connsiteY3" fmla="*/ 6858000 h 6858000"/>
              <a:gd name="connsiteX4" fmla="*/ 0 w 4405930"/>
              <a:gd name="connsiteY4" fmla="*/ 6223002 h 6858000"/>
              <a:gd name="connsiteX5" fmla="*/ 4405929 w 4405930"/>
              <a:gd name="connsiteY5" fmla="*/ 6223002 h 6858000"/>
              <a:gd name="connsiteX6" fmla="*/ 4405929 w 4405930"/>
              <a:gd name="connsiteY6" fmla="*/ 6158994 h 6858000"/>
              <a:gd name="connsiteX7" fmla="*/ 0 w 4405930"/>
              <a:gd name="connsiteY7" fmla="*/ 6158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930" h="6858000">
                <a:moveTo>
                  <a:pt x="0" y="0"/>
                </a:moveTo>
                <a:lnTo>
                  <a:pt x="4405930" y="0"/>
                </a:lnTo>
                <a:lnTo>
                  <a:pt x="4405930" y="6858000"/>
                </a:lnTo>
                <a:lnTo>
                  <a:pt x="0" y="6858000"/>
                </a:lnTo>
                <a:lnTo>
                  <a:pt x="0" y="6223002"/>
                </a:lnTo>
                <a:lnTo>
                  <a:pt x="4405929" y="6223002"/>
                </a:lnTo>
                <a:lnTo>
                  <a:pt x="4405929" y="6158994"/>
                </a:lnTo>
                <a:lnTo>
                  <a:pt x="0" y="6158994"/>
                </a:ln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pt-br"/>
              <a:t> </a:t>
            </a:r>
          </a:p>
        </p:txBody>
      </p:sp>
      <p:sp>
        <p:nvSpPr>
          <p:cNvPr id="8" name="Forma Livre 7">
            <a:extLst>
              <a:ext uri="{FF2B5EF4-FFF2-40B4-BE49-F238E27FC236}">
                <a16:creationId xmlns:a16="http://schemas.microsoft.com/office/drawing/2014/main" id="{1ED591FA-7D43-29EE-BFC3-BBC766B4EE45}"/>
              </a:ext>
            </a:extLst>
          </p:cNvPr>
          <p:cNvSpPr/>
          <p:nvPr userDrawn="1"/>
        </p:nvSpPr>
        <p:spPr>
          <a:xfrm>
            <a:off x="3457574" y="6158994"/>
            <a:ext cx="4328495"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9146009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B_66453370.xml><?xml version="1.0" encoding="utf-8"?>
<p:sldLayout xmlns:a="http://schemas.openxmlformats.org/drawingml/2006/main" xmlns:r="http://schemas.openxmlformats.org/officeDocument/2006/relationships" xmlns:p="http://schemas.openxmlformats.org/presentationml/2006/main" preserve="1" userDrawn="1">
  <p:cSld name="Título com Imagem 7">
    <p:bg>
      <p:bgPr>
        <a:solidFill>
          <a:schemeClr val="tx2"/>
        </a:solidFill>
        <a:effectLst/>
      </p:bgPr>
    </p:bg>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4AC4AA71-4D00-C504-86D1-E003D9A4DEDF}"/>
              </a:ext>
            </a:extLst>
          </p:cNvPr>
          <p:cNvSpPr>
            <a:spLocks noGrp="1"/>
          </p:cNvSpPr>
          <p:nvPr>
            <p:ph type="title"/>
          </p:nvPr>
        </p:nvSpPr>
        <p:spPr>
          <a:xfrm>
            <a:off x="1447800" y="3623950"/>
            <a:ext cx="7275859" cy="2395850"/>
          </a:xfrm>
        </p:spPr>
        <p:txBody>
          <a:bodyPr rtlCol="0" anchor="b">
            <a:noAutofit/>
          </a:bodyPr>
          <a:lstStyle>
            <a:lvl1pPr>
              <a:defRPr sz="7200" cap="all" baseline="0">
                <a:solidFill>
                  <a:schemeClr val="bg1"/>
                </a:solidFill>
              </a:defRPr>
            </a:lvl1pPr>
          </a:lstStyle>
          <a:p>
            <a:pPr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9110042" y="4728526"/>
            <a:ext cx="2548557" cy="1127758"/>
          </a:xfrm>
          <a:prstGeom prst="rect">
            <a:avLst/>
          </a:prstGeom>
        </p:spPr>
        <p:txBody>
          <a:bodyPr rtlCol="0" anchor="b">
            <a:normAutofit/>
          </a:bodyPr>
          <a:lstStyle>
            <a:lvl1pPr marL="0" indent="0" algn="r">
              <a:buNone/>
              <a:defRPr sz="20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t-br"/>
              <a:t>Clique para editar o estilo de subtítulo Mestre</a:t>
            </a:r>
            <a:endParaRPr lang="en-US"/>
          </a:p>
        </p:txBody>
      </p:sp>
      <p:sp>
        <p:nvSpPr>
          <p:cNvPr id="35" name="Espaço Reservado para Imagem 34">
            <a:extLst>
              <a:ext uri="{FF2B5EF4-FFF2-40B4-BE49-F238E27FC236}">
                <a16:creationId xmlns:a16="http://schemas.microsoft.com/office/drawing/2014/main" id="{B9064727-BADB-A389-B86C-8631998C0849}"/>
              </a:ext>
            </a:extLst>
          </p:cNvPr>
          <p:cNvSpPr>
            <a:spLocks noGrp="1"/>
          </p:cNvSpPr>
          <p:nvPr>
            <p:ph type="pic" sz="quarter" idx="13" hasCustomPrompt="1"/>
          </p:nvPr>
        </p:nvSpPr>
        <p:spPr>
          <a:xfrm>
            <a:off x="1571624" y="-1"/>
            <a:ext cx="10620375" cy="3242950"/>
          </a:xfrm>
          <a:blipFill dpi="0" rotWithShape="1">
            <a:blip r:embed="rId2">
              <a:alphaModFix amt="60000"/>
            </a:blip>
            <a:srcRect/>
            <a:stretch>
              <a:fillRect/>
            </a:stretch>
          </a:blipFill>
        </p:spPr>
        <p:txBody>
          <a:bodyPr rtlCol="0"/>
          <a:lstStyle>
            <a:lvl1pPr marL="0" indent="0">
              <a:buNone/>
              <a:defRPr/>
            </a:lvl1pPr>
          </a:lstStyle>
          <a:p>
            <a:pPr rtl="0"/>
            <a:r>
              <a:rPr lang="pt-br"/>
              <a:t> </a:t>
            </a:r>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8576636" cy="381001"/>
          </a:xfrm>
          <a:prstGeom prst="rect">
            <a:avLst/>
          </a:prstGeom>
        </p:spPr>
        <p:txBody>
          <a:bodyPr rtlCol="0"/>
          <a:lstStyle>
            <a:lvl1pPr>
              <a:defRPr>
                <a:solidFill>
                  <a:schemeClr val="bg1"/>
                </a:solidFill>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9110037" y="6476999"/>
            <a:ext cx="1885950" cy="381001"/>
          </a:xfrm>
          <a:prstGeom prst="rect">
            <a:avLst/>
          </a:prstGeom>
        </p:spPr>
        <p:txBody>
          <a:bodyPr rtlCol="0"/>
          <a:lstStyle>
            <a:lvl1pPr>
              <a:defRPr>
                <a:solidFill>
                  <a:schemeClr val="bg1"/>
                </a:solidFill>
              </a:defRPr>
            </a:lvl1pPr>
          </a:lstStyle>
          <a:p>
            <a:pPr rtl="0"/>
            <a:r>
              <a:rPr lang="en-US"/>
              <a:t>17/09/2025</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9" y="6477000"/>
            <a:ext cx="657226" cy="381001"/>
          </a:xfrm>
          <a:prstGeom prst="rect">
            <a:avLst/>
          </a:prstGeom>
        </p:spPr>
        <p:txBody>
          <a:bodyPr rtlCol="0"/>
          <a:lstStyle>
            <a:lvl1pPr>
              <a:defRPr>
                <a:solidFill>
                  <a:schemeClr val="bg1"/>
                </a:solidFill>
              </a:defRPr>
            </a:lvl1pPr>
          </a:lstStyle>
          <a:p>
            <a:pPr rtl="0"/>
            <a:fld id="{AEAA3239-9EA4-4A65-A281-97F994456D9F}" type="slidenum">
              <a:rPr lang="en-US" smtClean="0"/>
              <a:pPr/>
              <a:t/>
            </a:fld>
            <a:endParaRPr lang="en-US"/>
          </a:p>
        </p:txBody>
      </p:sp>
      <p:sp>
        <p:nvSpPr>
          <p:cNvPr id="10" name="Forma Livre 9">
            <a:extLst>
              <a:ext uri="{FF2B5EF4-FFF2-40B4-BE49-F238E27FC236}">
                <a16:creationId xmlns:a16="http://schemas.microsoft.com/office/drawing/2014/main" id="{8DFF3827-CD62-4A14-DFBC-0250A91ECBC5}"/>
              </a:ext>
            </a:extLst>
          </p:cNvPr>
          <p:cNvSpPr/>
          <p:nvPr/>
        </p:nvSpPr>
        <p:spPr>
          <a:xfrm>
            <a:off x="9110042" y="6167560"/>
            <a:ext cx="3085896"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6" name="Forma Livre 35">
            <a:extLst>
              <a:ext uri="{FF2B5EF4-FFF2-40B4-BE49-F238E27FC236}">
                <a16:creationId xmlns:a16="http://schemas.microsoft.com/office/drawing/2014/main" id="{B46863E6-656C-574C-DA91-23C8D30CE998}"/>
              </a:ext>
            </a:extLst>
          </p:cNvPr>
          <p:cNvSpPr/>
          <p:nvPr/>
        </p:nvSpPr>
        <p:spPr>
          <a:xfrm>
            <a:off x="1571623" y="6167558"/>
            <a:ext cx="754379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71581118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A_1EFBFC06.xml><?xml version="1.0" encoding="utf-8"?>
<p:sldLayout xmlns:a="http://schemas.openxmlformats.org/drawingml/2006/main" xmlns:r="http://schemas.openxmlformats.org/officeDocument/2006/relationships" xmlns:p="http://schemas.openxmlformats.org/presentationml/2006/main" preserve="1">
  <p:cSld name="Agenda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019F8-742E-9EEF-F591-C9666AC32AF1}"/>
              </a:ext>
            </a:extLst>
          </p:cNvPr>
          <p:cNvSpPr>
            <a:spLocks noGrp="1"/>
          </p:cNvSpPr>
          <p:nvPr>
            <p:ph type="title" hasCustomPrompt="1"/>
          </p:nvPr>
        </p:nvSpPr>
        <p:spPr>
          <a:xfrm>
            <a:off x="1571616" y="1016955"/>
            <a:ext cx="10086983" cy="1127758"/>
          </a:xfrm>
          <a:prstGeom prst="rect">
            <a:avLst/>
          </a:prstGeom>
        </p:spPr>
        <p:txBody>
          <a:bodyPr rtlCol="0" anchor="t">
            <a:normAutofit/>
          </a:bodyPr>
          <a:lstStyle>
            <a:lvl1pPr>
              <a:defRPr sz="7200" cap="all" baseline="0"/>
            </a:lvl1pPr>
          </a:lstStyle>
          <a:p>
            <a:pPr rtl="0"/>
            <a:r>
              <a:rPr lang="pt-br"/>
              <a:t>AGENDA</a:t>
            </a:r>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3457574" y="2510472"/>
            <a:ext cx="8201025" cy="3345813"/>
          </a:xfrm>
          <a:prstGeom prst="rect">
            <a:avLst/>
          </a:prstGeom>
        </p:spPr>
        <p:txBody>
          <a:bodyPr rtlCol="0" anchor="b">
            <a:normAutofit/>
          </a:bodyPr>
          <a:lstStyle>
            <a:lvl1pPr marL="457200" indent="-4572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1pPr>
            <a:lvl2pPr marL="685800" indent="-4572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2pPr>
            <a:lvl3pPr marL="8001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3pPr>
            <a:lvl4pPr marL="10287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4pPr>
            <a:lvl5pPr marL="12573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4" name="Espaço Reservado para Rodapé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77000"/>
            <a:ext cx="8582024" cy="381001"/>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3" name="Espaço Reservado para Data 2">
            <a:extLst>
              <a:ext uri="{FF2B5EF4-FFF2-40B4-BE49-F238E27FC236}">
                <a16:creationId xmlns:a16="http://schemas.microsoft.com/office/drawing/2014/main" id="{6CC77F2D-39D2-22F7-CF0B-39D63EBF00B7}"/>
              </a:ext>
            </a:extLst>
          </p:cNvPr>
          <p:cNvSpPr>
            <a:spLocks noGrp="1"/>
          </p:cNvSpPr>
          <p:nvPr>
            <p:ph type="dt" sz="half" idx="10"/>
          </p:nvPr>
        </p:nvSpPr>
        <p:spPr>
          <a:xfrm>
            <a:off x="9120810" y="6477000"/>
            <a:ext cx="1880569" cy="381001"/>
          </a:xfrm>
          <a:prstGeom prst="rect">
            <a:avLst/>
          </a:prstGeom>
        </p:spPr>
        <p:txBody>
          <a:bodyPr rtlCol="0"/>
          <a:lstStyle>
            <a:lvl1pPr>
              <a:defRPr>
                <a:solidFill>
                  <a:schemeClr val="tx2"/>
                </a:solidFill>
              </a:defRPr>
            </a:lvl1pPr>
          </a:lstStyle>
          <a:p>
            <a:pPr rtl="0"/>
            <a:r>
              <a:rPr lang="en-US"/>
              <a:t>17/09/2025</a:t>
            </a:r>
          </a:p>
        </p:txBody>
      </p:sp>
      <p:sp>
        <p:nvSpPr>
          <p:cNvPr id="5" name="Espaço Reservado para o Número do Slide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01379" y="6477000"/>
            <a:ext cx="668011" cy="381001"/>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6" name="Retângulo 5">
            <a:extLst>
              <a:ext uri="{FF2B5EF4-FFF2-40B4-BE49-F238E27FC236}">
                <a16:creationId xmlns:a16="http://schemas.microsoft.com/office/drawing/2014/main" id="{3ED80240-B3FF-301A-7873-10FB09246CCA}"/>
              </a:ext>
            </a:extLst>
          </p:cNvPr>
          <p:cNvSpPr/>
          <p:nvPr userDrawn="1"/>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Retângulo 7">
            <a:extLst>
              <a:ext uri="{FF2B5EF4-FFF2-40B4-BE49-F238E27FC236}">
                <a16:creationId xmlns:a16="http://schemas.microsoft.com/office/drawing/2014/main" id="{C14D47D0-4154-EDAC-8824-1648A190B7A6}"/>
              </a:ext>
            </a:extLst>
          </p:cNvPr>
          <p:cNvSpPr/>
          <p:nvPr userDrawn="1"/>
        </p:nvSpPr>
        <p:spPr>
          <a:xfrm>
            <a:off x="3467745" y="6155911"/>
            <a:ext cx="564228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519830534"/>
      </p:ext>
    </p:extLst>
  </p:cSld>
  <p:clrMapOvr>
    <a:masterClrMapping/>
  </p:clrMapOvr>
</p:sldLayout>
</file>

<file path=ppt/slideLayouts/slideLayout_8000001B_AF1157E4.xml><?xml version="1.0" encoding="utf-8"?>
<p:sldLayout xmlns:a="http://schemas.openxmlformats.org/drawingml/2006/main" xmlns:r="http://schemas.openxmlformats.org/officeDocument/2006/relationships" xmlns:p="http://schemas.openxmlformats.org/presentationml/2006/main" preserve="1">
  <p:cSld name="Agenda com Imagem">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9C713386-53DE-AEBA-6318-6C7146DE2270}"/>
              </a:ext>
            </a:extLst>
          </p:cNvPr>
          <p:cNvSpPr>
            <a:spLocks noGrp="1"/>
          </p:cNvSpPr>
          <p:nvPr>
            <p:ph type="title" hasCustomPrompt="1"/>
          </p:nvPr>
        </p:nvSpPr>
        <p:spPr>
          <a:xfrm>
            <a:off x="5343517" y="1386842"/>
            <a:ext cx="6315083" cy="1127758"/>
          </a:xfrm>
        </p:spPr>
        <p:txBody>
          <a:bodyPr rtlCol="0">
            <a:normAutofit/>
          </a:bodyPr>
          <a:lstStyle>
            <a:lvl1pPr>
              <a:defRPr sz="7200" cap="all" baseline="0"/>
            </a:lvl1pPr>
          </a:lstStyle>
          <a:p>
            <a:pPr rtl="0"/>
            <a:r>
              <a:rPr lang="pt-br"/>
              <a:t>AGENDA</a:t>
            </a:r>
          </a:p>
        </p:txBody>
      </p:sp>
      <p:sp>
        <p:nvSpPr>
          <p:cNvPr id="39" name="Espaço Reservado para Imagem 38">
            <a:extLst>
              <a:ext uri="{FF2B5EF4-FFF2-40B4-BE49-F238E27FC236}">
                <a16:creationId xmlns:a16="http://schemas.microsoft.com/office/drawing/2014/main" id="{0440984A-B82C-18F1-2933-6DF295884CE0}"/>
              </a:ext>
            </a:extLst>
          </p:cNvPr>
          <p:cNvSpPr>
            <a:spLocks noGrp="1"/>
          </p:cNvSpPr>
          <p:nvPr>
            <p:ph type="pic" sz="quarter" idx="14" hasCustomPrompt="1"/>
          </p:nvPr>
        </p:nvSpPr>
        <p:spPr>
          <a:xfrm>
            <a:off x="0" y="0"/>
            <a:ext cx="4400554" cy="6858000"/>
          </a:xfrm>
          <a:blipFill>
            <a:blip r:embed="rId2">
              <a:alphaModFix amt="60000"/>
            </a:blip>
            <a:stretch>
              <a:fillRect/>
            </a:stretch>
          </a:blipFill>
        </p:spPr>
        <p:txBody>
          <a:bodyPr rtlCol="0"/>
          <a:lstStyle>
            <a:lvl1pPr marL="0" indent="0">
              <a:buNone/>
              <a:defRPr/>
            </a:lvl1pPr>
          </a:lstStyle>
          <a:p>
            <a:pPr rtl="0"/>
            <a:r>
              <a:rPr lang="pt-br"/>
              <a:t> </a:t>
            </a:r>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5343518" y="2886089"/>
            <a:ext cx="6315082" cy="3336911"/>
          </a:xfrm>
          <a:prstGeom prst="rect">
            <a:avLst/>
          </a:prstGeom>
        </p:spPr>
        <p:txBody>
          <a:bodyPr rtlCol="0">
            <a:normAutofit/>
          </a:bodyPr>
          <a:lstStyle>
            <a:lvl1pPr marL="457200" indent="-457200">
              <a:lnSpc>
                <a:spcPct val="150000"/>
              </a:lnSpc>
              <a:spcBef>
                <a:spcPts val="0"/>
              </a:spcBef>
              <a:buFont typeface="+mj-lt"/>
              <a:buAutoNum type="arabicPeriod"/>
              <a:defRPr sz="2000"/>
            </a:lvl1pPr>
            <a:lvl2pPr marL="571500" indent="-3429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a:lnSpc>
                <a:spcPct val="150000"/>
              </a:lnSpc>
              <a:spcBef>
                <a:spcPts val="0"/>
              </a:spcBef>
              <a:buFont typeface="+mj-lt"/>
              <a:buAutoNum type="arabicPeriod"/>
              <a:defRPr sz="20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4" name="Espaço Reservado para Rodapé 3">
            <a:extLst>
              <a:ext uri="{FF2B5EF4-FFF2-40B4-BE49-F238E27FC236}">
                <a16:creationId xmlns:a16="http://schemas.microsoft.com/office/drawing/2014/main" id="{0B12CFE6-D05E-5478-B3A4-81DC4DCD7410}"/>
              </a:ext>
            </a:extLst>
          </p:cNvPr>
          <p:cNvSpPr>
            <a:spLocks noGrp="1"/>
          </p:cNvSpPr>
          <p:nvPr>
            <p:ph type="ftr" sz="quarter" idx="11"/>
          </p:nvPr>
        </p:nvSpPr>
        <p:spPr>
          <a:xfrm>
            <a:off x="5343518" y="6477000"/>
            <a:ext cx="3771905" cy="381001"/>
          </a:xfrm>
          <a:prstGeom prst="rect">
            <a:avLst/>
          </a:prstGeom>
        </p:spPr>
        <p:txBody>
          <a:bodyPr rtlCol="0"/>
          <a:lstStyle/>
          <a:p>
            <a:pPr rtl="0"/>
            <a:r>
              <a:rPr lang="pt-br"/>
              <a:t>Título da Apresentação</a:t>
            </a:r>
            <a:endParaRPr lang="en-US"/>
          </a:p>
        </p:txBody>
      </p:sp>
      <p:sp>
        <p:nvSpPr>
          <p:cNvPr id="3" name="Espaço Reservado para Data 2">
            <a:extLst>
              <a:ext uri="{FF2B5EF4-FFF2-40B4-BE49-F238E27FC236}">
                <a16:creationId xmlns:a16="http://schemas.microsoft.com/office/drawing/2014/main" id="{6CC77F2D-39D2-22F7-CF0B-39D63EBF00B7}"/>
              </a:ext>
            </a:extLst>
          </p:cNvPr>
          <p:cNvSpPr>
            <a:spLocks noGrp="1"/>
          </p:cNvSpPr>
          <p:nvPr>
            <p:ph type="dt" sz="half" idx="10"/>
          </p:nvPr>
        </p:nvSpPr>
        <p:spPr>
          <a:xfrm>
            <a:off x="9120821" y="6477000"/>
            <a:ext cx="1875160" cy="381001"/>
          </a:xfrm>
          <a:prstGeom prst="rect">
            <a:avLst/>
          </a:prstGeom>
        </p:spPr>
        <p:txBody>
          <a:bodyPr rtlCol="0"/>
          <a:lstStyle/>
          <a:p>
            <a:pPr rtl="0"/>
            <a:r>
              <a:rPr lang="en-US"/>
              <a:t>17/09/2025</a:t>
            </a:r>
          </a:p>
        </p:txBody>
      </p:sp>
      <p:sp>
        <p:nvSpPr>
          <p:cNvPr id="5" name="Espaço Reservado para o Número do Slide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5986" y="6477000"/>
            <a:ext cx="662614" cy="381001"/>
          </a:xfrm>
          <a:prstGeom prst="rect">
            <a:avLst/>
          </a:prstGeom>
        </p:spPr>
        <p:txBody>
          <a:bodyPr rtlCol="0"/>
          <a:lstStyle/>
          <a:p>
            <a:pPr rtl="0"/>
            <a:fld id="{AEAA3239-9EA4-4A65-A281-97F994456D9F}" type="slidenum">
              <a:rPr lang="en-US" smtClean="0"/>
              <a:t/>
            </a:fld>
            <a:endParaRPr lang="en-US"/>
          </a:p>
        </p:txBody>
      </p:sp>
      <p:sp>
        <p:nvSpPr>
          <p:cNvPr id="34" name="Retângulo 33">
            <a:extLst>
              <a:ext uri="{FF2B5EF4-FFF2-40B4-BE49-F238E27FC236}">
                <a16:creationId xmlns:a16="http://schemas.microsoft.com/office/drawing/2014/main" id="{98E5CA23-2176-4B29-AB27-EDD9AC417271}"/>
              </a:ext>
            </a:extLst>
          </p:cNvPr>
          <p:cNvSpPr/>
          <p:nvPr/>
        </p:nvSpPr>
        <p:spPr>
          <a:xfrm>
            <a:off x="4400554" y="2496190"/>
            <a:ext cx="7791446"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937149412"/>
      </p:ext>
    </p:extLst>
  </p:cSld>
  <p:clrMapOvr>
    <a:masterClrMapping/>
  </p:clrMapOvr>
</p:sldLayout>
</file>

<file path=ppt/slideLayouts/slideLayout_8000001C_74DB2544.xml><?xml version="1.0" encoding="utf-8"?>
<p:sldLayout xmlns:a="http://schemas.openxmlformats.org/drawingml/2006/main" xmlns:r="http://schemas.openxmlformats.org/officeDocument/2006/relationships" xmlns:p="http://schemas.openxmlformats.org/presentationml/2006/main" preserve="1" userDrawn="1">
  <p:cSld name="Conteúdo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A56B3EE4-062C-F433-E634-3A18DC144881}"/>
              </a:ext>
            </a:extLst>
          </p:cNvPr>
          <p:cNvSpPr>
            <a:spLocks noGrp="1"/>
          </p:cNvSpPr>
          <p:nvPr>
            <p:ph type="title"/>
          </p:nvPr>
        </p:nvSpPr>
        <p:spPr>
          <a:xfrm>
            <a:off x="533399" y="1016955"/>
            <a:ext cx="8190252" cy="1064665"/>
          </a:xfrm>
        </p:spPr>
        <p:txBody>
          <a:bodyPr rtlCol="0"/>
          <a:lstStyle>
            <a:lvl1pPr>
              <a:defRPr cap="all" baseline="0"/>
            </a:lvl1pPr>
          </a:lstStyle>
          <a:p>
            <a:pPr rtl="0"/>
            <a:r>
              <a:rPr lang="pt-br"/>
              <a:t>Clique para editar o estilo de título Mestre</a:t>
            </a:r>
          </a:p>
        </p:txBody>
      </p:sp>
      <p:sp>
        <p:nvSpPr>
          <p:cNvPr id="33" name="Retângulo 32">
            <a:extLst>
              <a:ext uri="{FF2B5EF4-FFF2-40B4-BE49-F238E27FC236}">
                <a16:creationId xmlns:a16="http://schemas.microsoft.com/office/drawing/2014/main" id="{47E7D5E3-074F-6FA6-6315-6EB342D2C2D0}"/>
              </a:ext>
            </a:extLst>
          </p:cNvPr>
          <p:cNvSpPr/>
          <p:nvPr userDrawn="1"/>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4" name="Retângulo 33">
            <a:extLst>
              <a:ext uri="{FF2B5EF4-FFF2-40B4-BE49-F238E27FC236}">
                <a16:creationId xmlns:a16="http://schemas.microsoft.com/office/drawing/2014/main" id="{5A2BF4CD-78B4-D70F-8781-6C00B2CEA066}"/>
              </a:ext>
            </a:extLst>
          </p:cNvPr>
          <p:cNvSpPr/>
          <p:nvPr/>
        </p:nvSpPr>
        <p:spPr>
          <a:xfrm>
            <a:off x="634029" y="2144714"/>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Espaço Reservado para Conteúdo 11">
            <a:extLst>
              <a:ext uri="{FF2B5EF4-FFF2-40B4-BE49-F238E27FC236}">
                <a16:creationId xmlns:a16="http://schemas.microsoft.com/office/drawing/2014/main" id="{8447EC38-FC2B-37AD-5285-1B51B7FA258B}"/>
              </a:ext>
            </a:extLst>
          </p:cNvPr>
          <p:cNvSpPr>
            <a:spLocks noGrp="1"/>
          </p:cNvSpPr>
          <p:nvPr>
            <p:ph sz="quarter" idx="14"/>
          </p:nvPr>
        </p:nvSpPr>
        <p:spPr>
          <a:xfrm>
            <a:off x="533400" y="2495232"/>
            <a:ext cx="4659313" cy="1644650"/>
          </a:xfrm>
        </p:spPr>
        <p:txBody>
          <a:bodyPr rtlCol="0">
            <a:normAutofit/>
          </a:bodyPr>
          <a:lstStyle>
            <a:lvl1pPr marL="0" indent="0">
              <a:spcBef>
                <a:spcPts val="0"/>
              </a:spcBef>
              <a:buNone/>
              <a:defRPr sz="1400"/>
            </a:lvl1pPr>
            <a:lvl2pPr marL="228600" indent="0">
              <a:spcBef>
                <a:spcPts val="0"/>
              </a:spcBef>
              <a:buNone/>
              <a:defRPr sz="1400"/>
            </a:lvl2pPr>
            <a:lvl3pPr marL="457200" indent="0">
              <a:spcBef>
                <a:spcPts val="0"/>
              </a:spcBef>
              <a:buNone/>
              <a:defRPr sz="1400"/>
            </a:lvl3pPr>
            <a:lvl4pPr marL="685800" indent="0">
              <a:spcBef>
                <a:spcPts val="0"/>
              </a:spcBef>
              <a:buNone/>
              <a:defRPr sz="1400"/>
            </a:lvl4pPr>
            <a:lvl5pPr marL="914400" indent="0">
              <a:spcBef>
                <a:spcPts val="0"/>
              </a:spcBef>
              <a:buNone/>
              <a:defRPr sz="14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6304302" cy="381001"/>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6843095" y="6477000"/>
            <a:ext cx="1223330" cy="381001"/>
          </a:xfrm>
          <a:prstGeom prst="rect">
            <a:avLst/>
          </a:prstGeom>
        </p:spPr>
        <p:txBody>
          <a:bodyPr rtlCol="0"/>
          <a:lstStyle>
            <a:lvl1pPr>
              <a:defRPr>
                <a:solidFill>
                  <a:schemeClr val="tx2"/>
                </a:solidFill>
              </a:defRPr>
            </a:lvl1pPr>
          </a:lstStyle>
          <a:p>
            <a:pPr rtl="0"/>
            <a:r>
              <a:rPr lang="en-US"/>
              <a:t>17/09/2025</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a:xfrm>
            <a:off x="8066425" y="6477000"/>
            <a:ext cx="657226" cy="381001"/>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9" name="Forma Livre 8">
            <a:extLst>
              <a:ext uri="{FF2B5EF4-FFF2-40B4-BE49-F238E27FC236}">
                <a16:creationId xmlns:a16="http://schemas.microsoft.com/office/drawing/2014/main" id="{37ECC57E-F626-26BF-F554-362A80454818}"/>
              </a:ext>
            </a:extLst>
          </p:cNvPr>
          <p:cNvSpPr/>
          <p:nvPr userDrawn="1"/>
        </p:nvSpPr>
        <p:spPr>
          <a:xfrm>
            <a:off x="9110042" y="2144714"/>
            <a:ext cx="3085896"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960518980"/>
      </p:ext>
    </p:extLst>
  </p:cSld>
  <p:clrMapOvr>
    <a:masterClrMapping/>
  </p:clrMapOvr>
</p:sldLayout>
</file>

<file path=ppt/slideLayouts/slideLayout_8000001D_3581B7C4.xml><?xml version="1.0" encoding="utf-8"?>
<p:sldLayout xmlns:a="http://schemas.openxmlformats.org/drawingml/2006/main" xmlns:r="http://schemas.openxmlformats.org/officeDocument/2006/relationships" xmlns:p="http://schemas.openxmlformats.org/presentationml/2006/main" preserve="1">
  <p:cSld name="Conteúdo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93859" cy="3456894"/>
          </a:xfrm>
          <a:prstGeom prst="rect">
            <a:avLst/>
          </a:prstGeom>
        </p:spPr>
        <p:txBody>
          <a:bodyPr rtlCol="0" anchor="t">
            <a:normAutofit/>
          </a:bodyPr>
          <a:lstStyle>
            <a:lvl1pPr>
              <a:defRPr sz="3600" cap="all" baseline="0"/>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D42D62A0-8127-CE86-0633-0D65E1E136F7}"/>
              </a:ext>
            </a:extLst>
          </p:cNvPr>
          <p:cNvSpPr>
            <a:spLocks noGrp="1"/>
          </p:cNvSpPr>
          <p:nvPr>
            <p:ph sz="quarter" idx="13"/>
          </p:nvPr>
        </p:nvSpPr>
        <p:spPr>
          <a:xfrm>
            <a:off x="4962527" y="1016955"/>
            <a:ext cx="6696073" cy="3461212"/>
          </a:xfrm>
          <a:prstGeom prst="rect">
            <a:avLst/>
          </a:prstGeo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rtlCol="0"/>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rtlCol="0"/>
          <a:lstStyle/>
          <a:p>
            <a:pPr rtl="0"/>
            <a:r>
              <a:rPr lang="en-US"/>
              <a:t>17/09/2025</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a:xfrm>
            <a:off x="10995976" y="6477000"/>
            <a:ext cx="662624" cy="381001"/>
          </a:xfrm>
          <a:prstGeom prst="rect">
            <a:avLst/>
          </a:prstGeom>
        </p:spPr>
        <p:txBody>
          <a:bodyPr rtlCol="0"/>
          <a:lstStyle/>
          <a:p>
            <a:pPr rtl="0"/>
            <a:fld id="{AEAA3239-9EA4-4A65-A281-97F994456D9F}" type="slidenum">
              <a:rPr lang="en-US" smtClean="0"/>
              <a:t/>
            </a:fld>
            <a:endParaRPr lang="en-US"/>
          </a:p>
        </p:txBody>
      </p:sp>
      <p:sp>
        <p:nvSpPr>
          <p:cNvPr id="3" name="Retângulo 2">
            <a:extLst>
              <a:ext uri="{FF2B5EF4-FFF2-40B4-BE49-F238E27FC236}">
                <a16:creationId xmlns:a16="http://schemas.microsoft.com/office/drawing/2014/main" id="{318A2D93-E48C-9CE8-FF5E-7230586A29D9}"/>
              </a:ext>
            </a:extLst>
          </p:cNvPr>
          <p:cNvSpPr/>
          <p:nvPr userDrawn="1"/>
        </p:nvSpPr>
        <p:spPr>
          <a:xfrm>
            <a:off x="4019552" y="570037"/>
            <a:ext cx="8172448" cy="595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tângulo 8">
            <a:extLst>
              <a:ext uri="{FF2B5EF4-FFF2-40B4-BE49-F238E27FC236}">
                <a16:creationId xmlns:a16="http://schemas.microsoft.com/office/drawing/2014/main" id="{23FA3421-FB3F-747A-9D40-EB149BBDD6FA}"/>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897693636"/>
      </p:ext>
    </p:extLst>
  </p:cSld>
  <p:clrMapOvr>
    <a:masterClrMapping/>
  </p:clrMapOvr>
</p:sldLayout>
</file>

<file path=ppt/slideLayouts/slideLayout_8000001E_70C994C6.xml><?xml version="1.0" encoding="utf-8"?>
<p:sldLayout xmlns:a="http://schemas.openxmlformats.org/drawingml/2006/main" xmlns:r="http://schemas.openxmlformats.org/officeDocument/2006/relationships" xmlns:p="http://schemas.openxmlformats.org/presentationml/2006/main" preserve="1">
  <p:cSld name="Conteúdo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1539" cy="4083580"/>
          </a:xfrm>
          <a:prstGeom prst="rect">
            <a:avLst/>
          </a:prstGeom>
        </p:spPr>
        <p:txBody>
          <a:bodyPr rtlCol="0" anchor="t">
            <a:normAutofit/>
          </a:bodyPr>
          <a:lstStyle>
            <a:lvl1pPr>
              <a:defRPr sz="3600" cap="all" baseline="0"/>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FFB4667A-FE47-8556-FD3A-55FDBA801D76}"/>
              </a:ext>
            </a:extLst>
          </p:cNvPr>
          <p:cNvSpPr>
            <a:spLocks noGrp="1"/>
          </p:cNvSpPr>
          <p:nvPr>
            <p:ph sz="quarter" idx="13"/>
          </p:nvPr>
        </p:nvSpPr>
        <p:spPr>
          <a:xfrm>
            <a:off x="4962526" y="1016955"/>
            <a:ext cx="6696073" cy="4083579"/>
          </a:xfrm>
          <a:prstGeom prst="rect">
            <a:avLst/>
          </a:prstGeo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rtlCol="0"/>
          <a:lstStyle/>
          <a:p>
            <a:pPr rtl="0"/>
            <a:r>
              <a:rPr lang="pt-br"/>
              <a:t>Título da apresentação</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rtlCol="0"/>
          <a:lstStyle/>
          <a:p>
            <a:pPr rtl="0"/>
            <a:r>
              <a:rPr lang="en-US"/>
              <a:t>17/09/2025</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rtlCol="0"/>
          <a:lstStyle/>
          <a:p>
            <a:pPr rtl="0"/>
            <a:fld id="{AEAA3239-9EA4-4A65-A281-97F994456D9F}" type="slidenum">
              <a:rPr lang="en-US" smtClean="0"/>
              <a:t/>
            </a:fld>
            <a:endParaRPr lang="en-US"/>
          </a:p>
        </p:txBody>
      </p:sp>
      <p:sp>
        <p:nvSpPr>
          <p:cNvPr id="34" name="Retângulo 33">
            <a:extLst>
              <a:ext uri="{FF2B5EF4-FFF2-40B4-BE49-F238E27FC236}">
                <a16:creationId xmlns:a16="http://schemas.microsoft.com/office/drawing/2014/main" id="{9AE531BB-71E1-57EF-0879-5979B0C95458}"/>
              </a:ext>
            </a:extLst>
          </p:cNvPr>
          <p:cNvSpPr/>
          <p:nvPr userDrawn="1"/>
        </p:nvSpPr>
        <p:spPr>
          <a:xfrm>
            <a:off x="4024938" y="570037"/>
            <a:ext cx="8167062"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tângulo 8">
            <a:extLst>
              <a:ext uri="{FF2B5EF4-FFF2-40B4-BE49-F238E27FC236}">
                <a16:creationId xmlns:a16="http://schemas.microsoft.com/office/drawing/2014/main" id="{731FD272-0797-A5C1-BAB9-E68F518B8158}"/>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892259014"/>
      </p:ext>
    </p:extLst>
  </p:cSld>
  <p:clrMapOvr>
    <a:masterClrMapping/>
  </p:clrMapOvr>
</p:sldLayout>
</file>

<file path=ppt/slideLayouts/slideLayout_8000001F_6BC20405.xml><?xml version="1.0" encoding="utf-8"?>
<p:sldLayout xmlns:a="http://schemas.openxmlformats.org/drawingml/2006/main" xmlns:r="http://schemas.openxmlformats.org/officeDocument/2006/relationships" xmlns:p="http://schemas.openxmlformats.org/presentationml/2006/main" preserve="1">
  <p:cSld name="Conteúdo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6147" cy="4940661"/>
          </a:xfrm>
          <a:prstGeom prst="rect">
            <a:avLst/>
          </a:prstGeom>
        </p:spPr>
        <p:txBody>
          <a:bodyPr rtlCol="0" anchor="t">
            <a:normAutofit/>
          </a:bodyPr>
          <a:lstStyle>
            <a:lvl1pPr>
              <a:defRPr sz="3600" cap="all" baseline="0"/>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C6F072A2-EBC7-B7EA-DA98-BAC0AA46E7A4}"/>
              </a:ext>
            </a:extLst>
          </p:cNvPr>
          <p:cNvSpPr>
            <a:spLocks noGrp="1"/>
          </p:cNvSpPr>
          <p:nvPr>
            <p:ph sz="quarter" idx="13"/>
          </p:nvPr>
        </p:nvSpPr>
        <p:spPr>
          <a:xfrm>
            <a:off x="4962526" y="1016955"/>
            <a:ext cx="6696074" cy="4940661"/>
          </a:xfrm>
          <a:prstGeom prst="rect">
            <a:avLst/>
          </a:prstGeo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rtlCol="0"/>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rtlCol="0"/>
          <a:lstStyle/>
          <a:p>
            <a:pPr rtl="0"/>
            <a:r>
              <a:rPr lang="en-US"/>
              <a:t>17/09/2025</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rtlCol="0"/>
          <a:lstStyle/>
          <a:p>
            <a:pPr rtl="0"/>
            <a:fld id="{AEAA3239-9EA4-4A65-A281-97F994456D9F}" type="slidenum">
              <a:rPr lang="en-US" smtClean="0"/>
              <a:t/>
            </a:fld>
            <a:endParaRPr lang="en-US"/>
          </a:p>
        </p:txBody>
      </p:sp>
      <p:sp>
        <p:nvSpPr>
          <p:cNvPr id="3" name="Retângulo 2">
            <a:extLst>
              <a:ext uri="{FF2B5EF4-FFF2-40B4-BE49-F238E27FC236}">
                <a16:creationId xmlns:a16="http://schemas.microsoft.com/office/drawing/2014/main" id="{E5C1B67F-B248-B2D5-AE0D-B9A93FFB6061}"/>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tângulo 6">
            <a:extLst>
              <a:ext uri="{FF2B5EF4-FFF2-40B4-BE49-F238E27FC236}">
                <a16:creationId xmlns:a16="http://schemas.microsoft.com/office/drawing/2014/main" id="{F98DF7F2-59F5-C597-5370-B00D427EA660}"/>
              </a:ext>
            </a:extLst>
          </p:cNvPr>
          <p:cNvSpPr/>
          <p:nvPr userDrawn="1"/>
        </p:nvSpPr>
        <p:spPr>
          <a:xfrm>
            <a:off x="4019547" y="570037"/>
            <a:ext cx="8172453"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807877125"/>
      </p:ext>
    </p:extLst>
  </p:cSld>
  <p:clrMapOvr>
    <a:masterClrMapping/>
  </p:clrMapOvr>
</p:sldLayout>
</file>

<file path=ppt/slideLayouts/slideLayout_8000002A_2167B1F8.xml><?xml version="1.0" encoding="utf-8"?>
<p:sldLayout xmlns:a="http://schemas.openxmlformats.org/drawingml/2006/main" xmlns:r="http://schemas.openxmlformats.org/officeDocument/2006/relationships" xmlns:p="http://schemas.openxmlformats.org/presentationml/2006/main" preserve="1">
  <p:cSld name="Conteúdo com Imagem 10">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2781551" cy="1858941"/>
          </a:xfrm>
          <a:prstGeom prst="rect">
            <a:avLst/>
          </a:prstGeom>
        </p:spPr>
        <p:txBody>
          <a:bodyPr rtlCol="0" anchor="t"/>
          <a:lstStyle>
            <a:lvl1pPr>
              <a:defRPr cap="all" baseline="0">
                <a:solidFill>
                  <a:schemeClr val="tx2"/>
                </a:solidFill>
              </a:defRPr>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534574" y="3011335"/>
            <a:ext cx="2775463" cy="26562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1486757" cy="381000"/>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2020157" y="6477000"/>
            <a:ext cx="793862" cy="381000"/>
          </a:xfrm>
          <a:prstGeom prst="rect">
            <a:avLst/>
          </a:prstGeom>
        </p:spPr>
        <p:txBody>
          <a:bodyPr rtlCol="0"/>
          <a:lstStyle>
            <a:lvl1pPr>
              <a:defRPr>
                <a:solidFill>
                  <a:schemeClr val="tx2"/>
                </a:solidFill>
                <a:effectLst/>
              </a:defRPr>
            </a:lvl1pPr>
          </a:lstStyle>
          <a:p>
            <a:pPr rtl="0"/>
            <a:r>
              <a:rPr lang="en-US"/>
              <a:t>17/09/2025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2819401" y="6477000"/>
            <a:ext cx="490636" cy="381000"/>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36" name="Espaço Reservado para Imagem 9">
            <a:extLst>
              <a:ext uri="{FF2B5EF4-FFF2-40B4-BE49-F238E27FC236}">
                <a16:creationId xmlns:a16="http://schemas.microsoft.com/office/drawing/2014/main" id="{ED5D7D43-775B-F6E3-C000-80A73E78190A}"/>
              </a:ext>
            </a:extLst>
          </p:cNvPr>
          <p:cNvSpPr>
            <a:spLocks noGrp="1"/>
          </p:cNvSpPr>
          <p:nvPr>
            <p:ph type="pic" sz="quarter" idx="13" hasCustomPrompt="1"/>
          </p:nvPr>
        </p:nvSpPr>
        <p:spPr>
          <a:xfrm>
            <a:off x="3860295"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
        <p:nvSpPr>
          <p:cNvPr id="37" name="Forma Livre 36">
            <a:extLst>
              <a:ext uri="{FF2B5EF4-FFF2-40B4-BE49-F238E27FC236}">
                <a16:creationId xmlns:a16="http://schemas.microsoft.com/office/drawing/2014/main" id="{95BE6104-7C9B-2481-1421-76CDDAC8D30F}"/>
              </a:ext>
            </a:extLst>
          </p:cNvPr>
          <p:cNvSpPr/>
          <p:nvPr/>
        </p:nvSpPr>
        <p:spPr>
          <a:xfrm>
            <a:off x="615697" y="570345"/>
            <a:ext cx="3239216"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560443896"/>
      </p:ext>
    </p:extLst>
  </p:cSld>
  <p:clrMapOvr>
    <a:masterClrMapping/>
  </p:clrMapOvr>
</p:sldLayout>
</file>

<file path=ppt/slideLayouts/slideLayout_8000002B_85CAF35F.xml><?xml version="1.0" encoding="utf-8"?>
<p:sldLayout xmlns:a="http://schemas.openxmlformats.org/drawingml/2006/main" xmlns:r="http://schemas.openxmlformats.org/officeDocument/2006/relationships" xmlns:p="http://schemas.openxmlformats.org/presentationml/2006/main" preserve="1">
  <p:cSld name="Conteúdo com Imagem 1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4742811"/>
            <a:ext cx="3867144" cy="1734189"/>
          </a:xfrm>
          <a:prstGeom prst="rect">
            <a:avLst/>
          </a:prstGeom>
        </p:spPr>
        <p:txBody>
          <a:bodyPr rtlCol="0" anchor="t">
            <a:noAutofit/>
          </a:bodyPr>
          <a:lstStyle>
            <a:lvl1pPr>
              <a:defRPr sz="3600" cap="all" baseline="0">
                <a:solidFill>
                  <a:schemeClr val="tx2"/>
                </a:solidFill>
              </a:defRPr>
            </a:lvl1pPr>
          </a:lstStyle>
          <a:p>
            <a:pPr rtl="0"/>
            <a:r>
              <a:rPr lang="pt-br"/>
              <a:t>Clique para editar o estilo de título Mestre</a:t>
            </a: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361811"/>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4962527" y="4727571"/>
            <a:ext cx="6696073" cy="1749428"/>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rtlCol="0"/>
          <a:lstStyle>
            <a:lvl1pPr>
              <a:defRPr>
                <a:solidFill>
                  <a:schemeClr val="tx2"/>
                </a:solidFill>
              </a:defRPr>
            </a:lvl1pPr>
          </a:lstStyle>
          <a:p>
            <a:pPr rtl="0"/>
            <a:r>
              <a:rPr lang="en-US"/>
              <a:t>17/09/2025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Tree>
    <p:extLst>
      <p:ext uri="{BB962C8B-B14F-4D97-AF65-F5344CB8AC3E}">
        <p14:creationId xmlns:p14="http://schemas.microsoft.com/office/powerpoint/2010/main" val="2244670303"/>
      </p:ext>
    </p:extLst>
  </p:cSld>
  <p:clrMapOvr>
    <a:masterClrMapping/>
  </p:clrMapOvr>
</p:sldLayout>
</file>

<file path=ppt/slideLayouts/slideLayout_8000002C_2E367B11.xml><?xml version="1.0" encoding="utf-8"?>
<p:sldLayout xmlns:a="http://schemas.openxmlformats.org/drawingml/2006/main" xmlns:r="http://schemas.openxmlformats.org/officeDocument/2006/relationships" xmlns:p="http://schemas.openxmlformats.org/presentationml/2006/main" preserve="1">
  <p:cSld name="Conteúdo com Imagem 1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3623948"/>
            <a:ext cx="3486152" cy="2599051"/>
          </a:xfrm>
          <a:prstGeom prst="rect">
            <a:avLst/>
          </a:prstGeom>
        </p:spPr>
        <p:txBody>
          <a:bodyPr rtlCol="0" anchor="t">
            <a:normAutofit/>
          </a:bodyPr>
          <a:lstStyle>
            <a:lvl1pPr>
              <a:defRPr sz="3600" cap="all" baseline="0">
                <a:solidFill>
                  <a:schemeClr val="tx2"/>
                </a:solidFill>
              </a:defRPr>
            </a:lvl1pPr>
          </a:lstStyle>
          <a:p>
            <a:pPr rtl="0"/>
            <a:r>
              <a:rPr lang="pt-br"/>
              <a:t>Clique para editar o estilo de título Mestre</a:t>
            </a: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242949"/>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4405936" y="3623949"/>
            <a:ext cx="7252664" cy="25990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rtlCol="0"/>
          <a:lstStyle>
            <a:lvl1pPr>
              <a:defRPr>
                <a:solidFill>
                  <a:schemeClr val="tx2"/>
                </a:solidFill>
              </a:defRPr>
            </a:lvl1pPr>
          </a:lstStyle>
          <a:p>
            <a:pPr rtl="0"/>
            <a:r>
              <a:rPr lang="en-US"/>
              <a:t>17/09/2025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Tree>
    <p:extLst>
      <p:ext uri="{BB962C8B-B14F-4D97-AF65-F5344CB8AC3E}">
        <p14:creationId xmlns:p14="http://schemas.microsoft.com/office/powerpoint/2010/main" val="775322385"/>
      </p:ext>
    </p:extLst>
  </p:cSld>
  <p:clrMapOvr>
    <a:masterClrMapping/>
  </p:clrMapOvr>
</p:sldLayout>
</file>

<file path=ppt/slideLayouts/slideLayout_8000002D_E143871C.xml><?xml version="1.0" encoding="utf-8"?>
<p:sldLayout xmlns:a="http://schemas.openxmlformats.org/drawingml/2006/main" xmlns:r="http://schemas.openxmlformats.org/officeDocument/2006/relationships" xmlns:p="http://schemas.openxmlformats.org/presentationml/2006/main" preserve="1">
  <p:cSld name="Conteúdo com Imagem 1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2924179" cy="1773540"/>
          </a:xfrm>
          <a:prstGeom prst="rect">
            <a:avLst/>
          </a:prstGeom>
        </p:spPr>
        <p:txBody>
          <a:bodyPr rtlCol="0" anchor="t">
            <a:normAutofit/>
          </a:bodyPr>
          <a:lstStyle>
            <a:lvl1pPr>
              <a:defRPr sz="3600" cap="all" baseline="0">
                <a:solidFill>
                  <a:schemeClr val="tx2"/>
                </a:solidFill>
              </a:defRPr>
            </a:lvl1pPr>
          </a:lstStyle>
          <a:p>
            <a:pPr rtl="0"/>
            <a:r>
              <a:rPr lang="pt-br"/>
              <a:t>Clique para editar o estilo de título Mestre</a:t>
            </a:r>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0"/>
            <a:ext cx="9138609" cy="409729"/>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9672014" y="0"/>
            <a:ext cx="1329365" cy="409729"/>
          </a:xfrm>
          <a:prstGeom prst="rect">
            <a:avLst/>
          </a:prstGeom>
        </p:spPr>
        <p:txBody>
          <a:bodyPr rtlCol="0"/>
          <a:lstStyle>
            <a:lvl1pPr>
              <a:defRPr>
                <a:solidFill>
                  <a:schemeClr val="tx2"/>
                </a:solidFill>
              </a:defRPr>
            </a:lvl1pPr>
          </a:lstStyle>
          <a:p>
            <a:pPr rtl="0"/>
            <a:r>
              <a:rPr lang="en-US"/>
              <a:t>17/09/2025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9" y="0"/>
            <a:ext cx="657221" cy="409729"/>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8" name="Espaço Reservado para Conteúdo 7">
            <a:extLst>
              <a:ext uri="{FF2B5EF4-FFF2-40B4-BE49-F238E27FC236}">
                <a16:creationId xmlns:a16="http://schemas.microsoft.com/office/drawing/2014/main" id="{C3D15418-1E32-0501-0E66-54FC2DD08E39}"/>
              </a:ext>
            </a:extLst>
          </p:cNvPr>
          <p:cNvSpPr>
            <a:spLocks noGrp="1"/>
          </p:cNvSpPr>
          <p:nvPr>
            <p:ph sz="quarter" idx="14"/>
          </p:nvPr>
        </p:nvSpPr>
        <p:spPr>
          <a:xfrm>
            <a:off x="4019552" y="1001715"/>
            <a:ext cx="7639048" cy="2232334"/>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35" name="Espaço Reservado para Imagem 10">
            <a:extLst>
              <a:ext uri="{FF2B5EF4-FFF2-40B4-BE49-F238E27FC236}">
                <a16:creationId xmlns:a16="http://schemas.microsoft.com/office/drawing/2014/main" id="{4F7C1A4C-ACA8-3A17-4922-8A9094FFB30A}"/>
              </a:ext>
            </a:extLst>
          </p:cNvPr>
          <p:cNvSpPr>
            <a:spLocks noGrp="1"/>
          </p:cNvSpPr>
          <p:nvPr>
            <p:ph type="pic" sz="quarter" idx="13" hasCustomPrompt="1"/>
          </p:nvPr>
        </p:nvSpPr>
        <p:spPr>
          <a:xfrm>
            <a:off x="-1" y="3623947"/>
            <a:ext cx="12192000" cy="3234054"/>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pt-br"/>
              <a:t> </a:t>
            </a:r>
          </a:p>
        </p:txBody>
      </p:sp>
    </p:spTree>
    <p:extLst>
      <p:ext uri="{BB962C8B-B14F-4D97-AF65-F5344CB8AC3E}">
        <p14:creationId xmlns:p14="http://schemas.microsoft.com/office/powerpoint/2010/main" val="3779299100"/>
      </p:ext>
    </p:extLst>
  </p:cSld>
  <p:clrMapOvr>
    <a:masterClrMapping/>
  </p:clrMapOvr>
</p:sldLayout>
</file>

<file path=ppt/slideLayouts/slideLayout_8000002E_3823FFAC.xml><?xml version="1.0" encoding="utf-8"?>
<p:sldLayout xmlns:a="http://schemas.openxmlformats.org/drawingml/2006/main" xmlns:r="http://schemas.openxmlformats.org/officeDocument/2006/relationships" xmlns:p="http://schemas.openxmlformats.org/presentationml/2006/main" preserve="1">
  <p:cSld name="Conteúdo com Imagem 1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200" cy="731520"/>
          </a:xfrm>
          <a:prstGeom prst="rect">
            <a:avLst/>
          </a:prstGeom>
        </p:spPr>
        <p:txBody>
          <a:bodyPr rtlCol="0" anchor="t"/>
          <a:lstStyle>
            <a:lvl1pPr>
              <a:defRPr cap="all" baseline="0">
                <a:solidFill>
                  <a:schemeClr val="tx2"/>
                </a:solidFill>
              </a:defRPr>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533399" y="2145668"/>
            <a:ext cx="4810129" cy="4378006"/>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9" name="Espaço Reservado para Rodapé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6476999"/>
            <a:ext cx="3315941" cy="381001"/>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9F3CAD5B-18BB-E21E-3A4C-7BAACB8519A4}"/>
              </a:ext>
            </a:extLst>
          </p:cNvPr>
          <p:cNvSpPr>
            <a:spLocks noGrp="1"/>
          </p:cNvSpPr>
          <p:nvPr>
            <p:ph type="dt" sz="half" idx="15"/>
          </p:nvPr>
        </p:nvSpPr>
        <p:spPr>
          <a:xfrm>
            <a:off x="3854723" y="6476998"/>
            <a:ext cx="942979" cy="381002"/>
          </a:xfrm>
          <a:prstGeom prst="rect">
            <a:avLst/>
          </a:prstGeom>
        </p:spPr>
        <p:txBody>
          <a:bodyPr rtlCol="0"/>
          <a:lstStyle>
            <a:lvl1pPr>
              <a:defRPr>
                <a:solidFill>
                  <a:schemeClr val="tx2"/>
                </a:solidFill>
              </a:defRPr>
            </a:lvl1pPr>
          </a:lstStyle>
          <a:p>
            <a:pPr rtl="0"/>
            <a:r>
              <a:rPr lang="en-US"/>
              <a:t>17/09/2025</a:t>
            </a:r>
          </a:p>
        </p:txBody>
      </p:sp>
      <p:sp>
        <p:nvSpPr>
          <p:cNvPr id="10" name="Espaço Reservado para o Número do Slide 9">
            <a:extLst>
              <a:ext uri="{FF2B5EF4-FFF2-40B4-BE49-F238E27FC236}">
                <a16:creationId xmlns:a16="http://schemas.microsoft.com/office/drawing/2014/main" id="{BBDEAB8E-8806-A459-E320-4CA2B455BFD7}"/>
              </a:ext>
            </a:extLst>
          </p:cNvPr>
          <p:cNvSpPr>
            <a:spLocks noGrp="1"/>
          </p:cNvSpPr>
          <p:nvPr>
            <p:ph type="sldNum" sz="quarter" idx="17"/>
          </p:nvPr>
        </p:nvSpPr>
        <p:spPr>
          <a:xfrm>
            <a:off x="4797698" y="6492239"/>
            <a:ext cx="551213" cy="381001"/>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12" name="Espaço Reservado para Imagem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900120" y="2129475"/>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rtl="0"/>
            <a:r>
              <a:rPr lang="pt-br"/>
              <a:t> </a:t>
            </a:r>
          </a:p>
        </p:txBody>
      </p:sp>
      <p:sp>
        <p:nvSpPr>
          <p:cNvPr id="3" name="Retângulo 2">
            <a:extLst>
              <a:ext uri="{FF2B5EF4-FFF2-40B4-BE49-F238E27FC236}">
                <a16:creationId xmlns:a16="http://schemas.microsoft.com/office/drawing/2014/main" id="{9F7D2DCB-EC64-46B8-8C3D-7FA6E5EABD76}"/>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941883308"/>
      </p:ext>
    </p:extLst>
  </p:cSld>
  <p:clrMapOvr>
    <a:overrideClrMapping bg1="lt1" tx1="dk1" bg2="lt2" tx2="dk2" accent1="accent1" accent2="accent2" accent3="accent3" accent4="accent4" accent5="accent5" accent6="accent6" hlink="hlink" folHlink="folHlink"/>
  </p:clrMapOvr>
</p:sldLayout>
</file>

<file path=ppt/slideLayouts/slideLayout_8000002F_67E90D3.xml><?xml version="1.0" encoding="utf-8"?>
<p:sldLayout xmlns:a="http://schemas.openxmlformats.org/drawingml/2006/main" xmlns:r="http://schemas.openxmlformats.org/officeDocument/2006/relationships" xmlns:p="http://schemas.openxmlformats.org/presentationml/2006/main" preserve="1">
  <p:cSld name="Conteúdo com Imagem 1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6" name="Retângulo 35">
            <a:extLst>
              <a:ext uri="{FF2B5EF4-FFF2-40B4-BE49-F238E27FC236}">
                <a16:creationId xmlns:a16="http://schemas.microsoft.com/office/drawing/2014/main" id="{293EDC19-2576-AA88-E064-C7C747F16FCD}"/>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0969753" cy="731519"/>
          </a:xfrm>
          <a:prstGeom prst="rect">
            <a:avLst/>
          </a:prstGeom>
        </p:spPr>
        <p:txBody>
          <a:bodyPr rtlCol="0" anchor="t"/>
          <a:lstStyle>
            <a:lvl1pPr>
              <a:defRPr cap="all" baseline="0">
                <a:solidFill>
                  <a:schemeClr val="tx2"/>
                </a:solidFill>
              </a:defRPr>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533400" y="2145668"/>
            <a:ext cx="4810129" cy="4093525"/>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6" name="Espaço Reservado para Imagem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900120" y="2129474"/>
            <a:ext cx="5758479" cy="4093525"/>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rtl="0"/>
            <a:r>
              <a:rPr lang="pt-br"/>
              <a:t> </a:t>
            </a:r>
          </a:p>
        </p:txBody>
      </p:sp>
      <p:sp>
        <p:nvSpPr>
          <p:cNvPr id="9" name="Espaço Reservado para Rodapé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6477000"/>
            <a:ext cx="8582017" cy="381000"/>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9F3CAD5B-18BB-E21E-3A4C-7BAACB8519A4}"/>
              </a:ext>
            </a:extLst>
          </p:cNvPr>
          <p:cNvSpPr>
            <a:spLocks noGrp="1"/>
          </p:cNvSpPr>
          <p:nvPr>
            <p:ph type="dt" sz="half" idx="15"/>
          </p:nvPr>
        </p:nvSpPr>
        <p:spPr>
          <a:xfrm>
            <a:off x="9110043" y="6477000"/>
            <a:ext cx="1891326" cy="381000"/>
          </a:xfrm>
          <a:prstGeom prst="rect">
            <a:avLst/>
          </a:prstGeom>
        </p:spPr>
        <p:txBody>
          <a:bodyPr rtlCol="0"/>
          <a:lstStyle>
            <a:lvl1pPr>
              <a:defRPr>
                <a:solidFill>
                  <a:schemeClr val="tx2"/>
                </a:solidFill>
              </a:defRPr>
            </a:lvl1pPr>
          </a:lstStyle>
          <a:p>
            <a:pPr rtl="0"/>
            <a:r>
              <a:rPr lang="en-US"/>
              <a:t>17/09/2025</a:t>
            </a:r>
          </a:p>
        </p:txBody>
      </p:sp>
      <p:sp>
        <p:nvSpPr>
          <p:cNvPr id="10" name="Espaço Reservado para o Número do Slid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68" y="6492240"/>
            <a:ext cx="657231" cy="365760"/>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Tree>
    <p:extLst>
      <p:ext uri="{BB962C8B-B14F-4D97-AF65-F5344CB8AC3E}">
        <p14:creationId xmlns:p14="http://schemas.microsoft.com/office/powerpoint/2010/main" val="108957907"/>
      </p:ext>
    </p:extLst>
  </p:cSld>
  <p:clrMapOvr>
    <a:masterClrMapping/>
  </p:clrMapOvr>
</p:sldLayout>
</file>

<file path=ppt/slideLayouts/slideLayout_8000003A_42E4AA00.xml><?xml version="1.0" encoding="utf-8"?>
<p:sldLayout xmlns:a="http://schemas.openxmlformats.org/drawingml/2006/main" xmlns:r="http://schemas.openxmlformats.org/officeDocument/2006/relationships" xmlns:p="http://schemas.openxmlformats.org/presentationml/2006/main" preserve="1" userDrawn="1">
  <p:cSld name="Citação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8E449530-F624-DF0E-5783-08CE43BB9B09}"/>
              </a:ext>
            </a:extLst>
          </p:cNvPr>
          <p:cNvSpPr>
            <a:spLocks noGrp="1"/>
          </p:cNvSpPr>
          <p:nvPr>
            <p:ph type="title" hasCustomPrompt="1"/>
          </p:nvPr>
        </p:nvSpPr>
        <p:spPr>
          <a:xfrm>
            <a:off x="3450579" y="5213166"/>
            <a:ext cx="7152032" cy="654234"/>
          </a:xfrm>
        </p:spPr>
        <p:txBody>
          <a:bodyPr rtlCol="0" anchor="b">
            <a:normAutofit/>
          </a:bodyPr>
          <a:lstStyle>
            <a:lvl1pPr>
              <a:defRPr sz="2000">
                <a:solidFill>
                  <a:schemeClr val="bg2"/>
                </a:solidFill>
              </a:defRPr>
            </a:lvl1pPr>
          </a:lstStyle>
          <a:p>
            <a:pPr rtl="0"/>
            <a:r>
              <a:rPr lang="pt-br"/>
              <a:t>Autor da Citação</a:t>
            </a:r>
          </a:p>
        </p:txBody>
      </p:sp>
      <p:sp>
        <p:nvSpPr>
          <p:cNvPr id="7" name="Espaço Reservado para Conteúdo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64629" y="1016955"/>
            <a:ext cx="9037983" cy="3361830"/>
          </a:xfrm>
          <a:prstGeom prst="rect">
            <a:avLst/>
          </a:prstGeom>
        </p:spPr>
        <p:txBody>
          <a:bodyPr rtlCol="0" anchor="t">
            <a:normAutofit/>
          </a:bodyPr>
          <a:lstStyle>
            <a:lvl1pPr marL="164592" indent="-164592">
              <a:lnSpc>
                <a:spcPct val="90000"/>
              </a:lnSpc>
              <a:spcBef>
                <a:spcPts val="0"/>
              </a:spcBef>
              <a:buNone/>
              <a:defRPr sz="7200">
                <a:solidFill>
                  <a:schemeClr val="bg2"/>
                </a:solidFill>
                <a:latin typeface="Arial" panose="020B0604020202020204" pitchFamily="34" charset="0"/>
                <a:cs typeface="Arial" panose="020B0604020202020204" pitchFamily="34" charset="0"/>
              </a:defRPr>
            </a:lvl1pPr>
          </a:lstStyle>
          <a:p>
            <a:pPr lvl="0" rtl="0"/>
            <a:r>
              <a:rPr lang="pt-br"/>
              <a:t>Clique para adicionar uma citação</a:t>
            </a:r>
          </a:p>
        </p:txBody>
      </p:sp>
      <p:sp>
        <p:nvSpPr>
          <p:cNvPr id="4" name="Espaço Reservado para Rodapé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rtlCol="0"/>
          <a:lstStyle>
            <a:lvl1pPr>
              <a:defRPr>
                <a:solidFill>
                  <a:schemeClr val="bg2"/>
                </a:solidFill>
              </a:defRPr>
            </a:lvl1pPr>
          </a:lstStyle>
          <a:p>
            <a:pPr rtl="0"/>
            <a:r>
              <a:rPr lang="pt-br"/>
              <a:t>Título da apresentação</a:t>
            </a:r>
          </a:p>
        </p:txBody>
      </p:sp>
      <p:sp>
        <p:nvSpPr>
          <p:cNvPr id="3" name="Espaço Reservado para Data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55" cy="365760"/>
          </a:xfrm>
          <a:prstGeom prst="rect">
            <a:avLst/>
          </a:prstGeom>
        </p:spPr>
        <p:txBody>
          <a:bodyPr rtlCol="0"/>
          <a:lstStyle>
            <a:lvl1pPr>
              <a:defRPr>
                <a:solidFill>
                  <a:schemeClr val="bg2"/>
                </a:solidFill>
              </a:defRPr>
            </a:lvl1pPr>
          </a:lstStyle>
          <a:p>
            <a:pPr rtl="0"/>
            <a:r>
              <a:rPr lang="en-US"/>
              <a:t>17/09/2025</a:t>
            </a:r>
          </a:p>
        </p:txBody>
      </p:sp>
      <p:sp>
        <p:nvSpPr>
          <p:cNvPr id="5" name="Espaço Reservado para o Número do Slide 4">
            <a:extLst>
              <a:ext uri="{FF2B5EF4-FFF2-40B4-BE49-F238E27FC236}">
                <a16:creationId xmlns:a16="http://schemas.microsoft.com/office/drawing/2014/main" id="{C6EAECF6-9F03-4C12-4BD4-4E8AE63A4F3A}"/>
              </a:ext>
            </a:extLst>
          </p:cNvPr>
          <p:cNvSpPr>
            <a:spLocks noGrp="1"/>
          </p:cNvSpPr>
          <p:nvPr>
            <p:ph type="sldNum" sz="quarter" idx="12"/>
          </p:nvPr>
        </p:nvSpPr>
        <p:spPr>
          <a:xfrm>
            <a:off x="10988996" y="6492239"/>
            <a:ext cx="669603" cy="365762"/>
          </a:xfrm>
          <a:prstGeom prst="rect">
            <a:avLst/>
          </a:prstGeom>
        </p:spPr>
        <p:txBody>
          <a:bodyPr rtlCol="0"/>
          <a:lstStyle>
            <a:lvl1pPr>
              <a:defRPr>
                <a:solidFill>
                  <a:schemeClr val="bg2"/>
                </a:solidFill>
              </a:defRPr>
            </a:lvl1pPr>
          </a:lstStyle>
          <a:p>
            <a:pPr rtl="0"/>
            <a:fld id="{AEAA3239-9EA4-4A65-A281-97F994456D9F}" type="slidenum">
              <a:rPr lang="en-US" smtClean="0"/>
              <a:pPr/>
              <a:t/>
            </a:fld>
            <a:endParaRPr lang="en-US"/>
          </a:p>
        </p:txBody>
      </p:sp>
      <p:sp>
        <p:nvSpPr>
          <p:cNvPr id="34" name="Retângulo 33">
            <a:extLst>
              <a:ext uri="{FF2B5EF4-FFF2-40B4-BE49-F238E27FC236}">
                <a16:creationId xmlns:a16="http://schemas.microsoft.com/office/drawing/2014/main" id="{4DFFCFBA-7D7E-58B0-8630-FC532477B231}"/>
              </a:ext>
            </a:extLst>
          </p:cNvPr>
          <p:cNvSpPr/>
          <p:nvPr/>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5" name="Retângulo 34">
            <a:extLst>
              <a:ext uri="{FF2B5EF4-FFF2-40B4-BE49-F238E27FC236}">
                <a16:creationId xmlns:a16="http://schemas.microsoft.com/office/drawing/2014/main" id="{C7ABCBB3-5444-1C63-982A-1A2C44851352}"/>
              </a:ext>
            </a:extLst>
          </p:cNvPr>
          <p:cNvSpPr/>
          <p:nvPr/>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122281984"/>
      </p:ext>
    </p:extLst>
  </p:cSld>
  <p:clrMapOvr>
    <a:overrideClrMapping bg1="dk1" tx1="lt1" bg2="dk2" tx2="lt2" accent1="accent1" accent2="accent2" accent3="accent3" accent4="accent4" accent5="accent5" accent6="accent6" hlink="hlink" folHlink="folHlink"/>
  </p:clrMapOvr>
</p:sldLayout>
</file>

<file path=ppt/slideLayouts/slideLayout_8000003B_782B5B00.xml><?xml version="1.0" encoding="utf-8"?>
<p:sldLayout xmlns:a="http://schemas.openxmlformats.org/drawingml/2006/main" xmlns:r="http://schemas.openxmlformats.org/officeDocument/2006/relationships" xmlns:p="http://schemas.openxmlformats.org/presentationml/2006/main" preserve="1" userDrawn="1">
  <p:cSld name="Citação 3">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F3911537-9B2D-3AC3-4978-FFAA74E6CB17}"/>
              </a:ext>
            </a:extLst>
          </p:cNvPr>
          <p:cNvSpPr>
            <a:spLocks noGrp="1"/>
          </p:cNvSpPr>
          <p:nvPr>
            <p:ph type="title" hasCustomPrompt="1"/>
          </p:nvPr>
        </p:nvSpPr>
        <p:spPr>
          <a:xfrm>
            <a:off x="5900118" y="5472201"/>
            <a:ext cx="5758481" cy="385039"/>
          </a:xfrm>
        </p:spPr>
        <p:txBody>
          <a:bodyPr rtlCol="0" anchor="b">
            <a:normAutofit/>
          </a:bodyPr>
          <a:lstStyle>
            <a:lvl1pPr>
              <a:defRPr sz="2000">
                <a:solidFill>
                  <a:schemeClr val="tx1"/>
                </a:solidFill>
              </a:defRPr>
            </a:lvl1pPr>
          </a:lstStyle>
          <a:p>
            <a:pPr rtl="0"/>
            <a:r>
              <a:rPr lang="pt-br"/>
              <a:t>Autor da Citação</a:t>
            </a:r>
          </a:p>
        </p:txBody>
      </p:sp>
      <p:sp>
        <p:nvSpPr>
          <p:cNvPr id="7" name="Espaço Reservado para Conteúdo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1016954"/>
            <a:ext cx="8576637" cy="4089489"/>
          </a:xfrm>
          <a:prstGeom prst="rect">
            <a:avLst/>
          </a:prstGeom>
        </p:spPr>
        <p:txBody>
          <a:bodyPr rtlCol="0"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rtl="0"/>
            <a:r>
              <a:rPr lang="pt-br"/>
              <a:t>Clique para adicionar uma Citação</a:t>
            </a:r>
          </a:p>
        </p:txBody>
      </p:sp>
      <p:sp>
        <p:nvSpPr>
          <p:cNvPr id="4" name="Espaço Reservado para Rodapé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rtlCol="0"/>
          <a:lstStyle/>
          <a:p>
            <a:pPr rtl="0"/>
            <a:r>
              <a:rPr lang="pt-br"/>
              <a:t>Título da apresentação</a:t>
            </a:r>
            <a:endParaRPr lang="en-US"/>
          </a:p>
        </p:txBody>
      </p:sp>
      <p:sp>
        <p:nvSpPr>
          <p:cNvPr id="3" name="Espaço Reservado para Data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91337" cy="365760"/>
          </a:xfrm>
          <a:prstGeom prst="rect">
            <a:avLst/>
          </a:prstGeom>
        </p:spPr>
        <p:txBody>
          <a:bodyPr rtlCol="0"/>
          <a:lstStyle/>
          <a:p>
            <a:pPr rtl="0"/>
            <a:r>
              <a:rPr lang="en-US"/>
              <a:t>17/09/2025</a:t>
            </a:r>
          </a:p>
        </p:txBody>
      </p:sp>
      <p:sp>
        <p:nvSpPr>
          <p:cNvPr id="5" name="Espaço Reservado para o Número do Slide 4">
            <a:extLst>
              <a:ext uri="{FF2B5EF4-FFF2-40B4-BE49-F238E27FC236}">
                <a16:creationId xmlns:a16="http://schemas.microsoft.com/office/drawing/2014/main" id="{C6EAECF6-9F03-4C12-4BD4-4E8AE63A4F3A}"/>
              </a:ext>
            </a:extLst>
          </p:cNvPr>
          <p:cNvSpPr>
            <a:spLocks noGrp="1"/>
          </p:cNvSpPr>
          <p:nvPr>
            <p:ph type="sldNum" sz="quarter" idx="12"/>
          </p:nvPr>
        </p:nvSpPr>
        <p:spPr>
          <a:xfrm>
            <a:off x="10995976" y="6492241"/>
            <a:ext cx="662623" cy="365760"/>
          </a:xfrm>
          <a:prstGeom prst="rect">
            <a:avLst/>
          </a:prstGeom>
        </p:spPr>
        <p:txBody>
          <a:bodyPr rtlCol="0"/>
          <a:lstStyle/>
          <a:p>
            <a:pPr rtl="0"/>
            <a:fld id="{AEAA3239-9EA4-4A65-A281-97F994456D9F}" type="slidenum">
              <a:rPr lang="en-US" smtClean="0"/>
              <a:t/>
            </a:fld>
            <a:endParaRPr lang="en-US"/>
          </a:p>
        </p:txBody>
      </p:sp>
      <p:sp>
        <p:nvSpPr>
          <p:cNvPr id="6" name="Retângulo 5">
            <a:extLst>
              <a:ext uri="{FF2B5EF4-FFF2-40B4-BE49-F238E27FC236}">
                <a16:creationId xmlns:a16="http://schemas.microsoft.com/office/drawing/2014/main" id="{23216E38-A715-5665-7BB7-7254F2F2D693}"/>
              </a:ext>
            </a:extLst>
          </p:cNvPr>
          <p:cNvSpPr/>
          <p:nvPr userDrawn="1"/>
        </p:nvSpPr>
        <p:spPr>
          <a:xfrm>
            <a:off x="5900118" y="6155910"/>
            <a:ext cx="6279500"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016107264"/>
      </p:ext>
    </p:extLst>
  </p:cSld>
  <p:clrMapOvr>
    <a:masterClrMapping/>
  </p:clrMapOvr>
</p:sldLayout>
</file>

<file path=ppt/slideLayouts/slideLayout_8000003C_4DCD53D8.xml><?xml version="1.0" encoding="utf-8"?>
<p:sldLayout xmlns:a="http://schemas.openxmlformats.org/drawingml/2006/main" xmlns:r="http://schemas.openxmlformats.org/officeDocument/2006/relationships" xmlns:p="http://schemas.openxmlformats.org/presentationml/2006/main" preserve="1">
  <p:cSld name="Dois Conteúdos">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398" y="1016956"/>
            <a:ext cx="11125201" cy="731520"/>
          </a:xfrm>
          <a:prstGeom prst="rect">
            <a:avLst/>
          </a:prstGeom>
        </p:spPr>
        <p:txBody>
          <a:bodyPr rtlCol="0" anchor="t"/>
          <a:lstStyle>
            <a:lvl1pPr>
              <a:defRPr cap="all" baseline="0"/>
            </a:lvl1pPr>
          </a:lstStyle>
          <a:p>
            <a:pPr rtl="0"/>
            <a:r>
              <a:rPr lang="pt-br"/>
              <a:t>Clique para editar o estilo de título Mestre</a:t>
            </a:r>
          </a:p>
        </p:txBody>
      </p:sp>
      <p:sp>
        <p:nvSpPr>
          <p:cNvPr id="37" name="Espaço Reservado para Conteúdo 5">
            <a:extLst>
              <a:ext uri="{FF2B5EF4-FFF2-40B4-BE49-F238E27FC236}">
                <a16:creationId xmlns:a16="http://schemas.microsoft.com/office/drawing/2014/main" id="{2D30AC1E-99F3-1176-72D1-F6FF258E3075}"/>
              </a:ext>
            </a:extLst>
          </p:cNvPr>
          <p:cNvSpPr>
            <a:spLocks noGrp="1"/>
          </p:cNvSpPr>
          <p:nvPr>
            <p:ph sz="quarter" idx="15"/>
          </p:nvPr>
        </p:nvSpPr>
        <p:spPr>
          <a:xfrm>
            <a:off x="533399" y="1883248"/>
            <a:ext cx="5075238" cy="4339752"/>
          </a:xfrm>
          <a:prstGeom prst="rect">
            <a:avLst/>
          </a:prstGeo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38" name="Espaço Reservado para Conteúdo 11">
            <a:extLst>
              <a:ext uri="{FF2B5EF4-FFF2-40B4-BE49-F238E27FC236}">
                <a16:creationId xmlns:a16="http://schemas.microsoft.com/office/drawing/2014/main" id="{54CE6F64-34A4-5E4B-21B9-E65B60D60DF7}"/>
              </a:ext>
            </a:extLst>
          </p:cNvPr>
          <p:cNvSpPr>
            <a:spLocks noGrp="1"/>
          </p:cNvSpPr>
          <p:nvPr>
            <p:ph sz="quarter" idx="16"/>
          </p:nvPr>
        </p:nvSpPr>
        <p:spPr>
          <a:xfrm>
            <a:off x="6583043" y="1883248"/>
            <a:ext cx="5075556" cy="4339752"/>
          </a:xfrm>
          <a:prstGeom prst="rect">
            <a:avLst/>
          </a:prstGeo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92241"/>
            <a:ext cx="8576637" cy="365760"/>
          </a:xfrm>
          <a:prstGeom prst="rect">
            <a:avLst/>
          </a:prstGeom>
        </p:spPr>
        <p:txBody>
          <a:bodyPr rtlCol="0"/>
          <a:lstStyle/>
          <a:p>
            <a:pPr rtl="0"/>
            <a:r>
              <a:rPr lang="pt-br"/>
              <a:t>Título da apresentação</a:t>
            </a:r>
            <a:endParaRPr lang="en-US"/>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92240"/>
            <a:ext cx="1891338" cy="365760"/>
          </a:xfrm>
          <a:prstGeom prst="rect">
            <a:avLst/>
          </a:prstGeom>
        </p:spPr>
        <p:txBody>
          <a:bodyPr rtlCol="0"/>
          <a:lstStyle/>
          <a:p>
            <a:pPr rtl="0"/>
            <a:r>
              <a:rPr lang="en-US"/>
              <a:t>17/09/2025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92239"/>
            <a:ext cx="662624" cy="365761"/>
          </a:xfrm>
          <a:prstGeom prst="rect">
            <a:avLst/>
          </a:prstGeom>
        </p:spPr>
        <p:txBody>
          <a:bodyPr rtlCol="0"/>
          <a:lstStyle/>
          <a:p>
            <a:pPr rtl="0"/>
            <a:fld id="{AEAA3239-9EA4-4A65-A281-97F994456D9F}" type="slidenum">
              <a:rPr lang="en-US" smtClean="0"/>
              <a:t/>
            </a:fld>
            <a:endParaRPr lang="en-US"/>
          </a:p>
        </p:txBody>
      </p:sp>
      <p:sp>
        <p:nvSpPr>
          <p:cNvPr id="8" name="Retângulo 7">
            <a:extLst>
              <a:ext uri="{FF2B5EF4-FFF2-40B4-BE49-F238E27FC236}">
                <a16:creationId xmlns:a16="http://schemas.microsoft.com/office/drawing/2014/main" id="{B0DF6D21-8591-4FB9-5FF0-44B10800DC79}"/>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tângulo 8">
            <a:extLst>
              <a:ext uri="{FF2B5EF4-FFF2-40B4-BE49-F238E27FC236}">
                <a16:creationId xmlns:a16="http://schemas.microsoft.com/office/drawing/2014/main" id="{7A7345B5-8AF1-C46D-5FB8-FF298EC5943D}"/>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305301976"/>
      </p:ext>
    </p:extLst>
  </p:cSld>
  <p:clrMapOvr>
    <a:masterClrMapping/>
  </p:clrMapOvr>
</p:sldLayout>
</file>

<file path=ppt/slideLayouts/slideLayout_8000003D_13F7239.xml><?xml version="1.0" encoding="utf-8"?>
<p:sldLayout xmlns:a="http://schemas.openxmlformats.org/drawingml/2006/main" xmlns:r="http://schemas.openxmlformats.org/officeDocument/2006/relationships" xmlns:p="http://schemas.openxmlformats.org/presentationml/2006/main" preserve="1">
  <p:cSld name="Comparação">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FEE969-634D-6E32-D227-18E9282C6F9E}"/>
              </a:ext>
            </a:extLst>
          </p:cNvPr>
          <p:cNvSpPr>
            <a:spLocks noGrp="1"/>
          </p:cNvSpPr>
          <p:nvPr>
            <p:ph type="title"/>
          </p:nvPr>
        </p:nvSpPr>
        <p:spPr>
          <a:xfrm>
            <a:off x="533398" y="1016955"/>
            <a:ext cx="11125201" cy="731520"/>
          </a:xfrm>
          <a:prstGeom prst="rect">
            <a:avLst/>
          </a:prstGeom>
        </p:spPr>
        <p:txBody>
          <a:bodyPr rtlCol="0" anchor="t"/>
          <a:lstStyle>
            <a:lvl1pPr>
              <a:defRPr cap="all" baseline="0"/>
            </a:lvl1pPr>
          </a:lstStyle>
          <a:p>
            <a:pPr rtl="0"/>
            <a:r>
              <a:rPr lang="pt-br"/>
              <a:t>Clique para editar o estilo de título Mestre</a:t>
            </a:r>
          </a:p>
        </p:txBody>
      </p:sp>
      <p:sp>
        <p:nvSpPr>
          <p:cNvPr id="3" name="Espaço Reservado para Texto 2">
            <a:extLst>
              <a:ext uri="{FF2B5EF4-FFF2-40B4-BE49-F238E27FC236}">
                <a16:creationId xmlns:a16="http://schemas.microsoft.com/office/drawing/2014/main" id="{61CD26D4-290A-F0ED-7D62-41EDA6FEC2B9}"/>
              </a:ext>
            </a:extLst>
          </p:cNvPr>
          <p:cNvSpPr>
            <a:spLocks noGrp="1"/>
          </p:cNvSpPr>
          <p:nvPr>
            <p:ph type="body" idx="1"/>
          </p:nvPr>
        </p:nvSpPr>
        <p:spPr>
          <a:xfrm>
            <a:off x="533399" y="1883248"/>
            <a:ext cx="5074920" cy="375613"/>
          </a:xfrm>
          <a:prstGeom prst="rect">
            <a:avLst/>
          </a:prstGeom>
        </p:spPr>
        <p:txBody>
          <a:bodyPr rtlCol="0"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 texto Mestre</a:t>
            </a:r>
          </a:p>
        </p:txBody>
      </p:sp>
      <p:sp>
        <p:nvSpPr>
          <p:cNvPr id="6" name="Espaço Reservado para Conteúdo 5">
            <a:extLst>
              <a:ext uri="{FF2B5EF4-FFF2-40B4-BE49-F238E27FC236}">
                <a16:creationId xmlns:a16="http://schemas.microsoft.com/office/drawing/2014/main" id="{5776AAF7-C632-FCD0-6A60-E0EA4A52F229}"/>
              </a:ext>
            </a:extLst>
          </p:cNvPr>
          <p:cNvSpPr>
            <a:spLocks noGrp="1"/>
          </p:cNvSpPr>
          <p:nvPr>
            <p:ph sz="quarter" idx="15"/>
          </p:nvPr>
        </p:nvSpPr>
        <p:spPr>
          <a:xfrm>
            <a:off x="533399" y="2444434"/>
            <a:ext cx="5075238" cy="3778566"/>
          </a:xfrm>
          <a:prstGeom prst="rect">
            <a:avLst/>
          </a:prstGeo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5" name="Espaço Reservado para Texto 4">
            <a:extLst>
              <a:ext uri="{FF2B5EF4-FFF2-40B4-BE49-F238E27FC236}">
                <a16:creationId xmlns:a16="http://schemas.microsoft.com/office/drawing/2014/main" id="{06536620-C4F3-EEC3-DBF1-05196B1CBB55}"/>
              </a:ext>
            </a:extLst>
          </p:cNvPr>
          <p:cNvSpPr>
            <a:spLocks noGrp="1"/>
          </p:cNvSpPr>
          <p:nvPr>
            <p:ph type="body" sz="quarter" idx="3"/>
          </p:nvPr>
        </p:nvSpPr>
        <p:spPr>
          <a:xfrm>
            <a:off x="6583679" y="1883247"/>
            <a:ext cx="5074920" cy="375613"/>
          </a:xfrm>
          <a:prstGeom prst="rect">
            <a:avLst/>
          </a:prstGeom>
        </p:spPr>
        <p:txBody>
          <a:bodyPr rtlCol="0"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a:t>Clique para editar o texto Mestre</a:t>
            </a:r>
          </a:p>
        </p:txBody>
      </p:sp>
      <p:sp>
        <p:nvSpPr>
          <p:cNvPr id="12" name="Espaço Reservado para Conteúdo 11">
            <a:extLst>
              <a:ext uri="{FF2B5EF4-FFF2-40B4-BE49-F238E27FC236}">
                <a16:creationId xmlns:a16="http://schemas.microsoft.com/office/drawing/2014/main" id="{CD998360-6973-27D8-8B08-ACAE10572B32}"/>
              </a:ext>
            </a:extLst>
          </p:cNvPr>
          <p:cNvSpPr>
            <a:spLocks noGrp="1"/>
          </p:cNvSpPr>
          <p:nvPr>
            <p:ph sz="quarter" idx="16"/>
          </p:nvPr>
        </p:nvSpPr>
        <p:spPr>
          <a:xfrm>
            <a:off x="6583043" y="2444434"/>
            <a:ext cx="5075556" cy="3778566"/>
          </a:xfrm>
          <a:prstGeom prst="rect">
            <a:avLst/>
          </a:prstGeo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8" name="Espaço Reservado para Rodapé 7">
            <a:extLst>
              <a:ext uri="{FF2B5EF4-FFF2-40B4-BE49-F238E27FC236}">
                <a16:creationId xmlns:a16="http://schemas.microsoft.com/office/drawing/2014/main" id="{949D76D8-9033-26CF-BF4C-AECCC685C177}"/>
              </a:ext>
            </a:extLst>
          </p:cNvPr>
          <p:cNvSpPr>
            <a:spLocks noGrp="1"/>
          </p:cNvSpPr>
          <p:nvPr>
            <p:ph type="ftr" sz="quarter" idx="11"/>
          </p:nvPr>
        </p:nvSpPr>
        <p:spPr>
          <a:xfrm>
            <a:off x="533399" y="6492241"/>
            <a:ext cx="8576637" cy="365760"/>
          </a:xfrm>
          <a:prstGeom prst="rect">
            <a:avLst/>
          </a:prstGeom>
        </p:spPr>
        <p:txBody>
          <a:bodyPr rtlCol="0"/>
          <a:lstStyle/>
          <a:p>
            <a:pPr rtl="0"/>
            <a:r>
              <a:rPr lang="pt-br"/>
              <a:t>Título da apresentação</a:t>
            </a:r>
            <a:endParaRPr lang="en-US"/>
          </a:p>
        </p:txBody>
      </p:sp>
      <p:sp>
        <p:nvSpPr>
          <p:cNvPr id="7" name="Espaço Reservado para Data 6">
            <a:extLst>
              <a:ext uri="{FF2B5EF4-FFF2-40B4-BE49-F238E27FC236}">
                <a16:creationId xmlns:a16="http://schemas.microsoft.com/office/drawing/2014/main" id="{4E3B3581-658A-8487-F9CB-E79F2BFF27E4}"/>
              </a:ext>
            </a:extLst>
          </p:cNvPr>
          <p:cNvSpPr>
            <a:spLocks noGrp="1"/>
          </p:cNvSpPr>
          <p:nvPr>
            <p:ph type="dt" sz="half" idx="10"/>
          </p:nvPr>
        </p:nvSpPr>
        <p:spPr>
          <a:xfrm>
            <a:off x="9110036" y="6492240"/>
            <a:ext cx="1891338" cy="365760"/>
          </a:xfrm>
          <a:prstGeom prst="rect">
            <a:avLst/>
          </a:prstGeom>
        </p:spPr>
        <p:txBody>
          <a:bodyPr rtlCol="0"/>
          <a:lstStyle/>
          <a:p>
            <a:pPr rtl="0"/>
            <a:r>
              <a:rPr lang="en-US"/>
              <a:t>17/09/2025</a:t>
            </a:r>
          </a:p>
        </p:txBody>
      </p:sp>
      <p:sp>
        <p:nvSpPr>
          <p:cNvPr id="9" name="Espaço Reservado para o Número do Slide 8">
            <a:extLst>
              <a:ext uri="{FF2B5EF4-FFF2-40B4-BE49-F238E27FC236}">
                <a16:creationId xmlns:a16="http://schemas.microsoft.com/office/drawing/2014/main" id="{E02A06B8-CC1D-542F-D8EB-7625046B91D2}"/>
              </a:ext>
            </a:extLst>
          </p:cNvPr>
          <p:cNvSpPr>
            <a:spLocks noGrp="1"/>
          </p:cNvSpPr>
          <p:nvPr>
            <p:ph type="sldNum" sz="quarter" idx="12"/>
          </p:nvPr>
        </p:nvSpPr>
        <p:spPr>
          <a:xfrm>
            <a:off x="11001374" y="6492241"/>
            <a:ext cx="657226" cy="365760"/>
          </a:xfrm>
          <a:prstGeom prst="rect">
            <a:avLst/>
          </a:prstGeom>
        </p:spPr>
        <p:txBody>
          <a:bodyPr rtlCol="0"/>
          <a:lstStyle/>
          <a:p>
            <a:pPr rtl="0"/>
            <a:fld id="{AEAA3239-9EA4-4A65-A281-97F994456D9F}" type="slidenum">
              <a:rPr lang="en-US" smtClean="0"/>
              <a:t/>
            </a:fld>
            <a:endParaRPr lang="en-US"/>
          </a:p>
        </p:txBody>
      </p:sp>
      <p:sp>
        <p:nvSpPr>
          <p:cNvPr id="37" name="Retângulo 36">
            <a:extLst>
              <a:ext uri="{FF2B5EF4-FFF2-40B4-BE49-F238E27FC236}">
                <a16:creationId xmlns:a16="http://schemas.microsoft.com/office/drawing/2014/main" id="{AB0A7ECD-2835-13DC-1392-DC6E9D6B14EE}"/>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8" name="Retângulo 37">
            <a:extLst>
              <a:ext uri="{FF2B5EF4-FFF2-40B4-BE49-F238E27FC236}">
                <a16:creationId xmlns:a16="http://schemas.microsoft.com/office/drawing/2014/main" id="{33FF6D6A-BF5E-8499-2E05-993B26BA4977}"/>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0935225"/>
      </p:ext>
    </p:extLst>
  </p:cSld>
  <p:clrMapOvr>
    <a:masterClrMapping/>
  </p:clrMapOvr>
</p:sldLayout>
</file>

<file path=ppt/slideLayouts/slideLayout_8000003E_1FA9D20E.xml><?xml version="1.0" encoding="utf-8"?>
<p:sldLayout xmlns:a="http://schemas.openxmlformats.org/drawingml/2006/main" xmlns:r="http://schemas.openxmlformats.org/officeDocument/2006/relationships" xmlns:p="http://schemas.openxmlformats.org/presentationml/2006/main"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6A9F42-7FF7-F803-C075-BC4968D35E34}"/>
              </a:ext>
            </a:extLst>
          </p:cNvPr>
          <p:cNvSpPr>
            <a:spLocks noGrp="1"/>
          </p:cNvSpPr>
          <p:nvPr>
            <p:ph type="title"/>
          </p:nvPr>
        </p:nvSpPr>
        <p:spPr>
          <a:xfrm>
            <a:off x="533398" y="1016955"/>
            <a:ext cx="11125201" cy="1112519"/>
          </a:xfrm>
          <a:prstGeom prst="rect">
            <a:avLst/>
          </a:prstGeom>
        </p:spPr>
        <p:txBody>
          <a:bodyPr rtlCol="0" anchor="t"/>
          <a:lstStyle>
            <a:lvl1pPr>
              <a:defRPr cap="all" baseline="0">
                <a:solidFill>
                  <a:schemeClr val="tx2"/>
                </a:solidFill>
              </a:defRPr>
            </a:lvl1pPr>
          </a:lstStyle>
          <a:p>
            <a:pPr rtl="0"/>
            <a:r>
              <a:rPr lang="pt-br"/>
              <a:t>Clique para editar o estilo de título Mestre</a:t>
            </a:r>
          </a:p>
        </p:txBody>
      </p:sp>
      <p:sp>
        <p:nvSpPr>
          <p:cNvPr id="4" name="Espaço Reservado para Rodapé 3">
            <a:extLst>
              <a:ext uri="{FF2B5EF4-FFF2-40B4-BE49-F238E27FC236}">
                <a16:creationId xmlns:a16="http://schemas.microsoft.com/office/drawing/2014/main" id="{6B968DDD-323F-89A1-84E3-DDBA626D9386}"/>
              </a:ext>
            </a:extLst>
          </p:cNvPr>
          <p:cNvSpPr>
            <a:spLocks noGrp="1"/>
          </p:cNvSpPr>
          <p:nvPr>
            <p:ph type="ftr" sz="quarter" idx="11"/>
          </p:nvPr>
        </p:nvSpPr>
        <p:spPr>
          <a:xfrm>
            <a:off x="533399" y="6492241"/>
            <a:ext cx="8576637" cy="365760"/>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3" name="Espaço Reservado para Data 2">
            <a:extLst>
              <a:ext uri="{FF2B5EF4-FFF2-40B4-BE49-F238E27FC236}">
                <a16:creationId xmlns:a16="http://schemas.microsoft.com/office/drawing/2014/main" id="{E89E8268-7232-2944-F1BD-399F9419B563}"/>
              </a:ext>
            </a:extLst>
          </p:cNvPr>
          <p:cNvSpPr>
            <a:spLocks noGrp="1"/>
          </p:cNvSpPr>
          <p:nvPr>
            <p:ph type="dt" sz="half" idx="10"/>
          </p:nvPr>
        </p:nvSpPr>
        <p:spPr>
          <a:xfrm>
            <a:off x="9110036" y="6492240"/>
            <a:ext cx="1891338" cy="365760"/>
          </a:xfrm>
          <a:prstGeom prst="rect">
            <a:avLst/>
          </a:prstGeom>
        </p:spPr>
        <p:txBody>
          <a:bodyPr rtlCol="0"/>
          <a:lstStyle>
            <a:lvl1pPr>
              <a:defRPr>
                <a:solidFill>
                  <a:schemeClr val="tx2"/>
                </a:solidFill>
              </a:defRPr>
            </a:lvl1pPr>
          </a:lstStyle>
          <a:p>
            <a:pPr rtl="0"/>
            <a:r>
              <a:rPr lang="en-US"/>
              <a:t>17/09/2025</a:t>
            </a:r>
          </a:p>
        </p:txBody>
      </p:sp>
      <p:sp>
        <p:nvSpPr>
          <p:cNvPr id="5" name="Espaço Reservado para o Número do Slide 4">
            <a:extLst>
              <a:ext uri="{FF2B5EF4-FFF2-40B4-BE49-F238E27FC236}">
                <a16:creationId xmlns:a16="http://schemas.microsoft.com/office/drawing/2014/main" id="{98FBDC76-671D-1671-DCE2-D5658BD40E29}"/>
              </a:ext>
            </a:extLst>
          </p:cNvPr>
          <p:cNvSpPr>
            <a:spLocks noGrp="1"/>
          </p:cNvSpPr>
          <p:nvPr>
            <p:ph type="sldNum" sz="quarter" idx="12"/>
          </p:nvPr>
        </p:nvSpPr>
        <p:spPr>
          <a:xfrm>
            <a:off x="10995976" y="6492241"/>
            <a:ext cx="662624" cy="365760"/>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6" name="Retângulo 5">
            <a:extLst>
              <a:ext uri="{FF2B5EF4-FFF2-40B4-BE49-F238E27FC236}">
                <a16:creationId xmlns:a16="http://schemas.microsoft.com/office/drawing/2014/main" id="{D0F7BCB4-DC28-7382-4A0F-0498411C4247}"/>
              </a:ext>
            </a:extLst>
          </p:cNvPr>
          <p:cNvSpPr/>
          <p:nvPr userDrawn="1"/>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tângulo 6">
            <a:extLst>
              <a:ext uri="{FF2B5EF4-FFF2-40B4-BE49-F238E27FC236}">
                <a16:creationId xmlns:a16="http://schemas.microsoft.com/office/drawing/2014/main" id="{DB5560D8-36FC-D0D1-04BB-54F2CCBC8B5E}"/>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531223054"/>
      </p:ext>
    </p:extLst>
  </p:cSld>
  <p:clrMapOvr>
    <a:masterClrMapping/>
  </p:clrMapOvr>
</p:sldLayout>
</file>

<file path=ppt/slideLayouts/slideLayout_8000003F_79B73F05.xml><?xml version="1.0" encoding="utf-8"?>
<p:sldLayout xmlns:a="http://schemas.openxmlformats.org/drawingml/2006/main" xmlns:r="http://schemas.openxmlformats.org/officeDocument/2006/relationships" xmlns:p="http://schemas.openxmlformats.org/presentationml/2006/main" preserve="1">
  <p:cSld name="Vazio">
    <p:spTree>
      <p:nvGrpSpPr>
        <p:cNvPr id="1" name=""/>
        <p:cNvGrpSpPr/>
        <p:nvPr/>
      </p:nvGrpSpPr>
      <p:grpSpPr>
        <a:xfrm>
          <a:off x="0" y="0"/>
          <a:ext cx="0" cy="0"/>
          <a:chOff x="0" y="0"/>
          <a:chExt cx="0" cy="0"/>
        </a:xfrm>
      </p:grpSpPr>
      <p:sp>
        <p:nvSpPr>
          <p:cNvPr id="3" name="Espaço Reservado para Rodapé 2">
            <a:extLst>
              <a:ext uri="{FF2B5EF4-FFF2-40B4-BE49-F238E27FC236}">
                <a16:creationId xmlns:a16="http://schemas.microsoft.com/office/drawing/2014/main" id="{10EAA6C9-A7F3-19F1-D17C-A1D83FAF553F}"/>
              </a:ext>
            </a:extLst>
          </p:cNvPr>
          <p:cNvSpPr>
            <a:spLocks noGrp="1"/>
          </p:cNvSpPr>
          <p:nvPr>
            <p:ph type="ftr" sz="quarter" idx="11"/>
          </p:nvPr>
        </p:nvSpPr>
        <p:spPr>
          <a:xfrm>
            <a:off x="533399" y="6492241"/>
            <a:ext cx="8576637" cy="365760"/>
          </a:xfrm>
          <a:prstGeom prst="rect">
            <a:avLst/>
          </a:prstGeom>
        </p:spPr>
        <p:txBody>
          <a:bodyPr rtlCol="0"/>
          <a:lstStyle/>
          <a:p>
            <a:pPr rtl="0"/>
            <a:r>
              <a:rPr lang="pt-br"/>
              <a:t>Título da apresentação</a:t>
            </a:r>
            <a:endParaRPr lang="en-US"/>
          </a:p>
        </p:txBody>
      </p:sp>
      <p:sp>
        <p:nvSpPr>
          <p:cNvPr id="2" name="Espaço Reservado para Data 1">
            <a:extLst>
              <a:ext uri="{FF2B5EF4-FFF2-40B4-BE49-F238E27FC236}">
                <a16:creationId xmlns:a16="http://schemas.microsoft.com/office/drawing/2014/main" id="{49BC4D82-0182-501C-9231-46767680476E}"/>
              </a:ext>
            </a:extLst>
          </p:cNvPr>
          <p:cNvSpPr>
            <a:spLocks noGrp="1"/>
          </p:cNvSpPr>
          <p:nvPr>
            <p:ph type="dt" sz="half" idx="10"/>
          </p:nvPr>
        </p:nvSpPr>
        <p:spPr>
          <a:xfrm>
            <a:off x="9110036" y="6492240"/>
            <a:ext cx="1891338" cy="365760"/>
          </a:xfrm>
          <a:prstGeom prst="rect">
            <a:avLst/>
          </a:prstGeom>
        </p:spPr>
        <p:txBody>
          <a:bodyPr rtlCol="0"/>
          <a:lstStyle/>
          <a:p>
            <a:pPr rtl="0"/>
            <a:r>
              <a:rPr lang="en-US"/>
              <a:t>17/09/2025</a:t>
            </a:r>
          </a:p>
        </p:txBody>
      </p:sp>
      <p:sp>
        <p:nvSpPr>
          <p:cNvPr id="4" name="Espaço Reservado para o Número do Slide 3">
            <a:extLst>
              <a:ext uri="{FF2B5EF4-FFF2-40B4-BE49-F238E27FC236}">
                <a16:creationId xmlns:a16="http://schemas.microsoft.com/office/drawing/2014/main" id="{34EBB816-1B94-116F-92D4-6043AE9E0C6B}"/>
              </a:ext>
            </a:extLst>
          </p:cNvPr>
          <p:cNvSpPr>
            <a:spLocks noGrp="1"/>
          </p:cNvSpPr>
          <p:nvPr>
            <p:ph type="sldNum" sz="quarter" idx="12"/>
          </p:nvPr>
        </p:nvSpPr>
        <p:spPr>
          <a:xfrm>
            <a:off x="11001374" y="6492241"/>
            <a:ext cx="657226" cy="365760"/>
          </a:xfrm>
          <a:prstGeom prst="rect">
            <a:avLst/>
          </a:prstGeom>
        </p:spPr>
        <p:txBody>
          <a:bodyPr rtlCol="0"/>
          <a:lstStyle/>
          <a:p>
            <a:pPr rtl="0"/>
            <a:fld id="{AEAA3239-9EA4-4A65-A281-97F994456D9F}" type="slidenum">
              <a:rPr lang="en-US" smtClean="0"/>
              <a:t/>
            </a:fld>
            <a:endParaRPr lang="en-US"/>
          </a:p>
        </p:txBody>
      </p:sp>
    </p:spTree>
    <p:extLst>
      <p:ext uri="{BB962C8B-B14F-4D97-AF65-F5344CB8AC3E}">
        <p14:creationId xmlns:p14="http://schemas.microsoft.com/office/powerpoint/2010/main" val="2042052357"/>
      </p:ext>
    </p:extLst>
  </p:cSld>
  <p:clrMapOvr>
    <a:masterClrMapping/>
  </p:clrMapOvr>
</p:sldLayout>
</file>

<file path=ppt/slideLayouts/slideLayout_80000001_BF789338.xml><?xml version="1.0" encoding="utf-8"?>
<p:sldLayout xmlns:a="http://schemas.openxmlformats.org/drawingml/2006/main" xmlns:r="http://schemas.openxmlformats.org/officeDocument/2006/relationships" xmlns:p="http://schemas.openxmlformats.org/presentationml/2006/main" type="title" preserve="1">
  <p:cSld name="Título">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1577005" y="1016955"/>
            <a:ext cx="9140954" cy="3346590"/>
          </a:xfrm>
          <a:prstGeom prst="rect">
            <a:avLst/>
          </a:prstGeom>
        </p:spPr>
        <p:txBody>
          <a:bodyPr vert="horz" lIns="91440" tIns="45720" rIns="91440" bIns="45720" rtlCol="0" anchor="t">
            <a:normAutofit/>
          </a:bodyPr>
          <a:lstStyle>
            <a:lvl1pPr>
              <a:defRPr lang="en-US" sz="7200" cap="all" baseline="0" dirty="0">
                <a:solidFill>
                  <a:schemeClr val="bg1"/>
                </a:solidFill>
                <a:latin typeface="+mj-lt"/>
              </a:defRPr>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3462963" y="4869030"/>
            <a:ext cx="7152030" cy="987254"/>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rtl="0"/>
            <a:r>
              <a:rPr lang="pt-br"/>
              <a:t>Clique para editar o estilo de subtítulo Mestre</a:t>
            </a:r>
            <a:endParaRPr lang="en-US"/>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82023" cy="365760"/>
          </a:xfrm>
          <a:prstGeom prst="rect">
            <a:avLst/>
          </a:prstGeom>
        </p:spPr>
        <p:txBody>
          <a:bodyPr rtlCol="0"/>
          <a:lstStyle>
            <a:lvl1pPr>
              <a:defRPr>
                <a:solidFill>
                  <a:schemeClr val="bg1"/>
                </a:solidFill>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77000"/>
            <a:ext cx="1885955" cy="381000"/>
          </a:xfrm>
          <a:prstGeom prst="rect">
            <a:avLst/>
          </a:prstGeom>
        </p:spPr>
        <p:txBody>
          <a:bodyPr rtlCol="0"/>
          <a:lstStyle>
            <a:lvl1pPr>
              <a:defRPr>
                <a:solidFill>
                  <a:schemeClr val="bg1"/>
                </a:solidFill>
              </a:defRPr>
            </a:lvl1pPr>
          </a:lstStyle>
          <a:p>
            <a:pPr rtl="0"/>
            <a:r>
              <a:rPr lang="en-US"/>
              <a:t>17/09/2025</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1" cy="365761"/>
          </a:xfrm>
          <a:prstGeom prst="rect">
            <a:avLst/>
          </a:prstGeom>
        </p:spPr>
        <p:txBody>
          <a:bodyPr rtlCol="0"/>
          <a:lstStyle>
            <a:lvl1pPr>
              <a:defRPr>
                <a:solidFill>
                  <a:schemeClr val="bg1"/>
                </a:solidFill>
              </a:defRPr>
            </a:lvl1pPr>
          </a:lstStyle>
          <a:p>
            <a:pPr rtl="0"/>
            <a:fld id="{AEAA3239-9EA4-4A65-A281-97F994456D9F}" type="slidenum">
              <a:rPr lang="en-US" smtClean="0"/>
              <a:pPr/>
              <a:t/>
            </a:fld>
            <a:endParaRPr lang="en-US"/>
          </a:p>
        </p:txBody>
      </p:sp>
      <p:sp>
        <p:nvSpPr>
          <p:cNvPr id="7" name="Retângulo 6">
            <a:extLst>
              <a:ext uri="{FF2B5EF4-FFF2-40B4-BE49-F238E27FC236}">
                <a16:creationId xmlns:a16="http://schemas.microsoft.com/office/drawing/2014/main" id="{6631FF2A-9DA0-DC5C-0C53-91FDE15093DD}"/>
              </a:ext>
            </a:extLst>
          </p:cNvPr>
          <p:cNvSpPr/>
          <p:nvPr userDrawn="1"/>
        </p:nvSpPr>
        <p:spPr>
          <a:xfrm>
            <a:off x="9110040" y="6155911"/>
            <a:ext cx="308195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Retângulo 7">
            <a:extLst>
              <a:ext uri="{FF2B5EF4-FFF2-40B4-BE49-F238E27FC236}">
                <a16:creationId xmlns:a16="http://schemas.microsoft.com/office/drawing/2014/main" id="{BCA4208E-B529-0934-86E0-24278D43C68A}"/>
              </a:ext>
            </a:extLst>
          </p:cNvPr>
          <p:cNvSpPr/>
          <p:nvPr userDrawn="1"/>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21235026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506761CB.xml><?xml version="1.0" encoding="utf-8"?>
<p:sldLayout xmlns:a="http://schemas.openxmlformats.org/drawingml/2006/main" xmlns:r="http://schemas.openxmlformats.org/officeDocument/2006/relationships" xmlns:p="http://schemas.openxmlformats.org/presentationml/2006/main" type="obj" preserve="1">
  <p:cSld name="Conteúdo">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746759"/>
          </a:xfrm>
          <a:prstGeom prst="rect">
            <a:avLst/>
          </a:prstGeom>
        </p:spPr>
        <p:txBody>
          <a:bodyPr rtlCol="0" anchor="t">
            <a:normAutofit/>
          </a:bodyPr>
          <a:lstStyle>
            <a:lvl1pPr>
              <a:defRPr sz="3600" cap="all" baseline="0"/>
            </a:lvl1pPr>
          </a:lstStyle>
          <a:p>
            <a:pPr rtl="0"/>
            <a:r>
              <a:rPr lang="pt-br"/>
              <a:t>Clique para editar o estilo de título Mestre</a:t>
            </a:r>
          </a:p>
        </p:txBody>
      </p:sp>
      <p:sp>
        <p:nvSpPr>
          <p:cNvPr id="3" name="Espaço Reservado para Conteúdo 2">
            <a:extLst>
              <a:ext uri="{FF2B5EF4-FFF2-40B4-BE49-F238E27FC236}">
                <a16:creationId xmlns:a16="http://schemas.microsoft.com/office/drawing/2014/main" id="{6C2DD052-3E45-E789-01F8-33250024ECBD}"/>
              </a:ext>
            </a:extLst>
          </p:cNvPr>
          <p:cNvSpPr>
            <a:spLocks noGrp="1"/>
          </p:cNvSpPr>
          <p:nvPr>
            <p:ph idx="1"/>
          </p:nvPr>
        </p:nvSpPr>
        <p:spPr>
          <a:xfrm>
            <a:off x="533398" y="1748474"/>
            <a:ext cx="11125202" cy="4728524"/>
          </a:xfrm>
          <a:prstGeom prst="rect">
            <a:avLst/>
          </a:prstGeo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7" name="Retângulo 6">
            <a:extLst>
              <a:ext uri="{FF2B5EF4-FFF2-40B4-BE49-F238E27FC236}">
                <a16:creationId xmlns:a16="http://schemas.microsoft.com/office/drawing/2014/main" id="{E5526932-58BC-3B05-A619-8FE2BA7973DD}"/>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Espaço Reservado para Rodapé 8">
            <a:extLst>
              <a:ext uri="{FF2B5EF4-FFF2-40B4-BE49-F238E27FC236}">
                <a16:creationId xmlns:a16="http://schemas.microsoft.com/office/drawing/2014/main" id="{E4751EC6-9764-CDDF-E8BC-793AD483E0A9}"/>
              </a:ext>
            </a:extLst>
          </p:cNvPr>
          <p:cNvSpPr>
            <a:spLocks noGrp="1"/>
          </p:cNvSpPr>
          <p:nvPr>
            <p:ph type="ftr" sz="quarter" idx="11"/>
          </p:nvPr>
        </p:nvSpPr>
        <p:spPr/>
        <p:txBody>
          <a:bodyPr rtlCol="0"/>
          <a:lstStyle/>
          <a:p>
            <a:pPr rtl="0"/>
            <a:r>
              <a:rPr lang="pt-br"/>
              <a:t>Título da apresentação</a:t>
            </a:r>
            <a:endParaRPr lang="en-US"/>
          </a:p>
        </p:txBody>
      </p:sp>
      <p:sp>
        <p:nvSpPr>
          <p:cNvPr id="8" name="Espaço Reservado para Data 7">
            <a:extLst>
              <a:ext uri="{FF2B5EF4-FFF2-40B4-BE49-F238E27FC236}">
                <a16:creationId xmlns:a16="http://schemas.microsoft.com/office/drawing/2014/main" id="{DA395EC9-5212-9F09-E9FA-0AB62AFB6D99}"/>
              </a:ext>
            </a:extLst>
          </p:cNvPr>
          <p:cNvSpPr>
            <a:spLocks noGrp="1"/>
          </p:cNvSpPr>
          <p:nvPr>
            <p:ph type="dt" sz="half" idx="10"/>
          </p:nvPr>
        </p:nvSpPr>
        <p:spPr/>
        <p:txBody>
          <a:bodyPr rtlCol="0"/>
          <a:lstStyle/>
          <a:p>
            <a:pPr rtl="0"/>
            <a:r>
              <a:rPr lang="en-US"/>
              <a:t>17/09/2025</a:t>
            </a:r>
          </a:p>
        </p:txBody>
      </p:sp>
      <p:sp>
        <p:nvSpPr>
          <p:cNvPr id="10" name="Espaço Reservado para o Número do Slide 9">
            <a:extLst>
              <a:ext uri="{FF2B5EF4-FFF2-40B4-BE49-F238E27FC236}">
                <a16:creationId xmlns:a16="http://schemas.microsoft.com/office/drawing/2014/main" id="{286E48EB-E81D-8C6A-DBE6-738017E5A734}"/>
              </a:ext>
            </a:extLst>
          </p:cNvPr>
          <p:cNvSpPr>
            <a:spLocks noGrp="1"/>
          </p:cNvSpPr>
          <p:nvPr>
            <p:ph type="sldNum" sz="quarter" idx="12"/>
          </p:nvPr>
        </p:nvSpPr>
        <p:spPr/>
        <p:txBody>
          <a:bodyPr rtlCol="0"/>
          <a:lstStyle/>
          <a:p>
            <a:pPr rtl="0"/>
            <a:fld id="{AEAA3239-9EA4-4A65-A281-97F994456D9F}" type="slidenum">
              <a:rPr lang="en-US" smtClean="0"/>
              <a:pPr/>
              <a:t/>
            </a:fld>
            <a:endParaRPr lang="en-US"/>
          </a:p>
        </p:txBody>
      </p:sp>
    </p:spTree>
    <p:extLst>
      <p:ext uri="{BB962C8B-B14F-4D97-AF65-F5344CB8AC3E}">
        <p14:creationId xmlns:p14="http://schemas.microsoft.com/office/powerpoint/2010/main" val="1348952523"/>
      </p:ext>
    </p:extLst>
  </p:cSld>
  <p:clrMapOvr>
    <a:masterClrMapping/>
  </p:clrMapOvr>
</p:sldLayout>
</file>

<file path=ppt/slideLayouts/slideLayout_80000003_A5BC23E.xml><?xml version="1.0" encoding="utf-8"?>
<p:sldLayout xmlns:a="http://schemas.openxmlformats.org/drawingml/2006/main" xmlns:r="http://schemas.openxmlformats.org/officeDocument/2006/relationships" xmlns:p="http://schemas.openxmlformats.org/presentationml/2006/main" preserve="1">
  <p:cSld name="Títul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533399" y="1016955"/>
            <a:ext cx="10081590" cy="4107810"/>
          </a:xfrm>
          <a:prstGeom prst="rect">
            <a:avLst/>
          </a:prstGeom>
        </p:spPr>
        <p:txBody>
          <a:bodyPr vert="horz" lIns="91440" tIns="45720" rIns="91440" bIns="45720" rtlCol="0" anchor="t">
            <a:normAutofit/>
          </a:bodyPr>
          <a:lstStyle>
            <a:lvl1pPr>
              <a:defRPr lang="en-US" sz="7200" cap="all" baseline="0" dirty="0"/>
            </a:lvl1pPr>
          </a:lstStyle>
          <a:p>
            <a:pPr lvl="0" rtl="0"/>
            <a:r>
              <a:rPr lang="pt-br"/>
              <a:t>Clique para editar o estilo de título Mestre</a:t>
            </a:r>
          </a:p>
        </p:txBody>
      </p:sp>
      <p:sp>
        <p:nvSpPr>
          <p:cNvPr id="7" name="Subtítulo 2">
            <a:extLst>
              <a:ext uri="{FF2B5EF4-FFF2-40B4-BE49-F238E27FC236}">
                <a16:creationId xmlns:a16="http://schemas.microsoft.com/office/drawing/2014/main" id="{2930CEB7-507A-2133-3BE2-B0991FE7D41C}"/>
              </a:ext>
            </a:extLst>
          </p:cNvPr>
          <p:cNvSpPr>
            <a:spLocks noGrp="1"/>
          </p:cNvSpPr>
          <p:nvPr>
            <p:ph type="subTitle" idx="1"/>
          </p:nvPr>
        </p:nvSpPr>
        <p:spPr>
          <a:xfrm>
            <a:off x="533400" y="5512106"/>
            <a:ext cx="8077200" cy="799533"/>
          </a:xfrm>
          <a:prstGeom prst="rect">
            <a:avLst/>
          </a:prstGeom>
        </p:spPr>
        <p:txBody>
          <a:bodyPr vert="horz" lIns="91440" tIns="45720" rIns="91440" bIns="45720" rtlCol="0" anchor="b">
            <a:normAutofit/>
          </a:bodyPr>
          <a:lstStyle>
            <a:lvl1pPr marL="0" indent="0">
              <a:buNone/>
              <a:defRPr lang="en-US" sz="2000" b="1" i="0" dirty="0">
                <a:latin typeface="Arial" panose="020B0604020202020204" pitchFamily="34" charset="0"/>
                <a:cs typeface="Arial" panose="020B0604020202020204" pitchFamily="34" charset="0"/>
              </a:defRPr>
            </a:lvl1pPr>
          </a:lstStyle>
          <a:p>
            <a:pPr lvl="0" rtl="0"/>
            <a:r>
              <a:rPr lang="pt-br"/>
              <a:t>Clique para editar o estilo de subtítulo Mestre</a:t>
            </a:r>
            <a:endParaRPr lang="en-US"/>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1"/>
            <a:ext cx="8582024" cy="365760"/>
          </a:xfrm>
          <a:prstGeom prst="rect">
            <a:avLst/>
          </a:prstGeom>
        </p:spPr>
        <p:txBody>
          <a:bodyPr rtlCol="0"/>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9110038" y="6492240"/>
            <a:ext cx="1885950" cy="365760"/>
          </a:xfrm>
          <a:prstGeom prst="rect">
            <a:avLst/>
          </a:prstGeom>
        </p:spPr>
        <p:txBody>
          <a:bodyPr rtlCol="0"/>
          <a:lstStyle/>
          <a:p>
            <a:pPr rtl="0"/>
            <a:r>
              <a:rPr lang="en-US"/>
              <a:t>17/09/2025</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9" y="6492241"/>
            <a:ext cx="657222" cy="365760"/>
          </a:xfrm>
          <a:prstGeom prst="rect">
            <a:avLst/>
          </a:prstGeom>
        </p:spPr>
        <p:txBody>
          <a:bodyPr rtlCol="0"/>
          <a:lstStyle/>
          <a:p>
            <a:pPr rtl="0"/>
            <a:fld id="{AEAA3239-9EA4-4A65-A281-97F994456D9F}" type="slidenum">
              <a:rPr lang="en-US" smtClean="0"/>
              <a:t/>
            </a:fld>
            <a:endParaRPr lang="en-US"/>
          </a:p>
        </p:txBody>
      </p:sp>
      <p:sp>
        <p:nvSpPr>
          <p:cNvPr id="33" name="Retângulo 32">
            <a:extLst>
              <a:ext uri="{FF2B5EF4-FFF2-40B4-BE49-F238E27FC236}">
                <a16:creationId xmlns:a16="http://schemas.microsoft.com/office/drawing/2014/main" id="{53165057-EFFF-A71A-8F8B-BE52F9862DDA}"/>
              </a:ext>
            </a:extLst>
          </p:cNvPr>
          <p:cNvSpPr/>
          <p:nvPr userDrawn="1"/>
        </p:nvSpPr>
        <p:spPr>
          <a:xfrm>
            <a:off x="63403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737856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B81ED24.xml><?xml version="1.0" encoding="utf-8"?>
<p:sldLayout xmlns:a="http://schemas.openxmlformats.org/drawingml/2006/main" xmlns:r="http://schemas.openxmlformats.org/officeDocument/2006/relationships" xmlns:p="http://schemas.openxmlformats.org/presentationml/2006/main" preserve="1" userDrawn="1">
  <p:cSld name="Título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0D84BC10-B3F5-D240-EE9E-FD483EA0C28D}"/>
              </a:ext>
            </a:extLst>
          </p:cNvPr>
          <p:cNvSpPr>
            <a:spLocks noGrp="1"/>
          </p:cNvSpPr>
          <p:nvPr>
            <p:ph type="title"/>
          </p:nvPr>
        </p:nvSpPr>
        <p:spPr>
          <a:xfrm>
            <a:off x="3462963" y="2971799"/>
            <a:ext cx="8229600" cy="3414423"/>
          </a:xfrm>
        </p:spPr>
        <p:txBody>
          <a:bodyPr rtlCol="0" anchor="b">
            <a:normAutofit/>
          </a:bodyPr>
          <a:lstStyle>
            <a:lvl1pPr>
              <a:defRPr sz="7200" cap="all" baseline="0"/>
            </a:lvl1pPr>
          </a:lstStyle>
          <a:p>
            <a:pPr rtl="0"/>
            <a:r>
              <a:rPr lang="pt-br"/>
              <a:t>Clique para editar o estilo de título Mestre</a:t>
            </a:r>
          </a:p>
        </p:txBody>
      </p:sp>
      <p:sp>
        <p:nvSpPr>
          <p:cNvPr id="12" name="Subtítulo 2">
            <a:extLst>
              <a:ext uri="{FF2B5EF4-FFF2-40B4-BE49-F238E27FC236}">
                <a16:creationId xmlns:a16="http://schemas.microsoft.com/office/drawing/2014/main" id="{6DDFAAAD-A24C-B422-BCF6-2575C836C476}"/>
              </a:ext>
            </a:extLst>
          </p:cNvPr>
          <p:cNvSpPr>
            <a:spLocks noGrp="1"/>
          </p:cNvSpPr>
          <p:nvPr>
            <p:ph type="subTitle" idx="1"/>
          </p:nvPr>
        </p:nvSpPr>
        <p:spPr>
          <a:xfrm>
            <a:off x="533400" y="1016955"/>
            <a:ext cx="7924797" cy="1128714"/>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rtl="0"/>
            <a:r>
              <a:rPr lang="pt-br"/>
              <a:t>Clique para editar o estilo de subtítulo Mestre</a:t>
            </a:r>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8576636" cy="381001"/>
          </a:xfrm>
          <a:prstGeom prst="rect">
            <a:avLst/>
          </a:prstGeom>
        </p:spPr>
        <p:txBody>
          <a:bodyPr rtlCol="0"/>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9110025" y="6476999"/>
            <a:ext cx="1885957" cy="381001"/>
          </a:xfrm>
          <a:prstGeom prst="rect">
            <a:avLst/>
          </a:prstGeom>
        </p:spPr>
        <p:txBody>
          <a:bodyPr rtlCol="0"/>
          <a:lstStyle/>
          <a:p>
            <a:pPr rtl="0"/>
            <a:r>
              <a:rPr lang="en-US"/>
              <a:t>17/09/2025</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4" y="6477000"/>
            <a:ext cx="657226" cy="381001"/>
          </a:xfrm>
          <a:prstGeom prst="rect">
            <a:avLst/>
          </a:prstGeom>
        </p:spPr>
        <p:txBody>
          <a:bodyPr rtlCol="0"/>
          <a:lstStyle/>
          <a:p>
            <a:pPr rtl="0"/>
            <a:fld id="{AEAA3239-9EA4-4A65-A281-97F994456D9F}" type="slidenum">
              <a:rPr lang="en-US" smtClean="0"/>
              <a:t/>
            </a:fld>
            <a:endParaRPr lang="en-US"/>
          </a:p>
        </p:txBody>
      </p:sp>
      <p:sp>
        <p:nvSpPr>
          <p:cNvPr id="7" name="Retângulo 6">
            <a:extLst>
              <a:ext uri="{FF2B5EF4-FFF2-40B4-BE49-F238E27FC236}">
                <a16:creationId xmlns:a16="http://schemas.microsoft.com/office/drawing/2014/main" id="{7D5DF1A9-E718-252B-7EF1-E97806A4003A}"/>
              </a:ext>
            </a:extLst>
          </p:cNvPr>
          <p:cNvSpPr/>
          <p:nvPr userDrawn="1"/>
        </p:nvSpPr>
        <p:spPr>
          <a:xfrm>
            <a:off x="634034" y="568300"/>
            <a:ext cx="11557965"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930642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8B29236C.xml><?xml version="1.0" encoding="utf-8"?>
<p:sldLayout xmlns:a="http://schemas.openxmlformats.org/drawingml/2006/main" xmlns:r="http://schemas.openxmlformats.org/officeDocument/2006/relationships" xmlns:p="http://schemas.openxmlformats.org/presentationml/2006/main" preserve="1">
  <p:cSld name="Título com Imagem">
    <p:bg>
      <p:bgRef idx="1001">
        <a:schemeClr val="bg2"/>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533400" y="4572000"/>
            <a:ext cx="11125201" cy="1112520"/>
          </a:xfrm>
          <a:prstGeom prst="rect">
            <a:avLst/>
          </a:prstGeom>
        </p:spPr>
        <p:txBody>
          <a:bodyPr vert="horz" lIns="91440" tIns="45720" rIns="91440" bIns="45720" rtlCol="0" anchor="b">
            <a:noAutofit/>
          </a:bodyPr>
          <a:lstStyle>
            <a:lvl1pPr>
              <a:defRPr lang="en-US" sz="7200" cap="all" baseline="0" dirty="0">
                <a:solidFill>
                  <a:schemeClr val="tx1"/>
                </a:solidFill>
              </a:defRPr>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533400" y="5715000"/>
            <a:ext cx="11125201" cy="53340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rtl="0"/>
            <a:r>
              <a:rPr lang="pt-br"/>
              <a:t>Clique para editar o estilo de subtítulo Mestre</a:t>
            </a:r>
            <a:endParaRPr lang="en-US"/>
          </a:p>
        </p:txBody>
      </p:sp>
      <p:sp>
        <p:nvSpPr>
          <p:cNvPr id="11" name="Espaço Reservado para Imagem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3981764"/>
          </a:xfrm>
          <a:prstGeom prst="rect">
            <a:avLst/>
          </a:prstGeom>
          <a:blipFill dpi="0" rotWithShape="1">
            <a:blip r:embed="rId2">
              <a:alphaModFix amt="60000"/>
            </a:blip>
            <a:srcRect/>
            <a:stretch>
              <a:fillRect t="-419" b="-419"/>
            </a:stretch>
          </a:blipFill>
        </p:spPr>
        <p:txBody>
          <a:bodyPr rtlCol="0"/>
          <a:lstStyle>
            <a:lvl1pPr marL="0" indent="0">
              <a:buNone/>
              <a:defRPr/>
            </a:lvl1pPr>
          </a:lstStyle>
          <a:p>
            <a:pPr rtl="0"/>
            <a:r>
              <a:rPr lang="pt-br"/>
              <a:t> </a:t>
            </a:r>
          </a:p>
        </p:txBody>
      </p:sp>
      <p:sp>
        <p:nvSpPr>
          <p:cNvPr id="8" name="Espaço Reservado para Rodapé 7">
            <a:extLst>
              <a:ext uri="{FF2B5EF4-FFF2-40B4-BE49-F238E27FC236}">
                <a16:creationId xmlns:a16="http://schemas.microsoft.com/office/drawing/2014/main" id="{1B5B8C48-05E9-5280-3F6A-22F8BCBB477E}"/>
              </a:ext>
            </a:extLst>
          </p:cNvPr>
          <p:cNvSpPr>
            <a:spLocks noGrp="1"/>
          </p:cNvSpPr>
          <p:nvPr>
            <p:ph type="ftr" sz="quarter" idx="15"/>
          </p:nvPr>
        </p:nvSpPr>
        <p:spPr>
          <a:xfrm>
            <a:off x="533399" y="6477000"/>
            <a:ext cx="8576637" cy="381001"/>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7" name="Espaço Reservado para Data 6">
            <a:extLst>
              <a:ext uri="{FF2B5EF4-FFF2-40B4-BE49-F238E27FC236}">
                <a16:creationId xmlns:a16="http://schemas.microsoft.com/office/drawing/2014/main" id="{1AA6C9C7-A264-237A-7F3C-46E6A7A9646D}"/>
              </a:ext>
            </a:extLst>
          </p:cNvPr>
          <p:cNvSpPr>
            <a:spLocks noGrp="1"/>
          </p:cNvSpPr>
          <p:nvPr>
            <p:ph type="dt" sz="half" idx="14"/>
          </p:nvPr>
        </p:nvSpPr>
        <p:spPr>
          <a:xfrm>
            <a:off x="9110036" y="6476999"/>
            <a:ext cx="1880548" cy="381001"/>
          </a:xfrm>
          <a:prstGeom prst="rect">
            <a:avLst/>
          </a:prstGeom>
        </p:spPr>
        <p:txBody>
          <a:bodyPr rtlCol="0"/>
          <a:lstStyle>
            <a:lvl1pPr>
              <a:defRPr>
                <a:solidFill>
                  <a:schemeClr val="tx2"/>
                </a:solidFill>
              </a:defRPr>
            </a:lvl1pPr>
          </a:lstStyle>
          <a:p>
            <a:pPr rtl="0"/>
            <a:r>
              <a:rPr lang="en-US"/>
              <a:t>17/09/2025</a:t>
            </a:r>
          </a:p>
        </p:txBody>
      </p:sp>
      <p:sp>
        <p:nvSpPr>
          <p:cNvPr id="9" name="Espaço Reservado para o Número do Slide 8">
            <a:extLst>
              <a:ext uri="{FF2B5EF4-FFF2-40B4-BE49-F238E27FC236}">
                <a16:creationId xmlns:a16="http://schemas.microsoft.com/office/drawing/2014/main" id="{47BC820F-C031-6832-5CA0-B972903E0D5F}"/>
              </a:ext>
            </a:extLst>
          </p:cNvPr>
          <p:cNvSpPr>
            <a:spLocks noGrp="1"/>
          </p:cNvSpPr>
          <p:nvPr>
            <p:ph type="sldNum" sz="quarter" idx="16"/>
          </p:nvPr>
        </p:nvSpPr>
        <p:spPr>
          <a:xfrm>
            <a:off x="10995976" y="6477000"/>
            <a:ext cx="662624" cy="381001"/>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Tree>
    <p:extLst>
      <p:ext uri="{BB962C8B-B14F-4D97-AF65-F5344CB8AC3E}">
        <p14:creationId xmlns:p14="http://schemas.microsoft.com/office/powerpoint/2010/main" val="23347290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8947F59A.xml><?xml version="1.0" encoding="utf-8"?>
<p:sldLayout xmlns:a="http://schemas.openxmlformats.org/drawingml/2006/main" xmlns:r="http://schemas.openxmlformats.org/officeDocument/2006/relationships" xmlns:p="http://schemas.openxmlformats.org/presentationml/2006/main" preserve="1">
  <p:cSld name="Título com Imagem 2">
    <p:bg>
      <p:bgPr>
        <a:solidFill>
          <a:schemeClr val="bg1"/>
        </a:solidFill>
        <a:effectLst/>
      </p:bgPr>
    </p:bg>
    <p:spTree>
      <p:nvGrpSpPr>
        <p:cNvPr id="1" name=""/>
        <p:cNvGrpSpPr/>
        <p:nvPr/>
      </p:nvGrpSpPr>
      <p:grpSpPr>
        <a:xfrm>
          <a:off x="0" y="0"/>
          <a:ext cx="0" cy="0"/>
          <a:chOff x="0" y="0"/>
          <a:chExt cx="0" cy="0"/>
        </a:xfrm>
      </p:grpSpPr>
      <p:sp>
        <p:nvSpPr>
          <p:cNvPr id="67" name="Retângulo 66">
            <a:extLst>
              <a:ext uri="{FF2B5EF4-FFF2-40B4-BE49-F238E27FC236}">
                <a16:creationId xmlns:a16="http://schemas.microsoft.com/office/drawing/2014/main" id="{9C059A73-AC6C-7029-5CFB-0E0B30AD317B}"/>
              </a:ext>
            </a:extLst>
          </p:cNvPr>
          <p:cNvSpPr/>
          <p:nvPr/>
        </p:nvSpPr>
        <p:spPr>
          <a:xfrm>
            <a:off x="6843095" y="0"/>
            <a:ext cx="534890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7224093" y="1016955"/>
            <a:ext cx="4434507" cy="3726810"/>
          </a:xfrm>
          <a:prstGeom prst="rect">
            <a:avLst/>
          </a:prstGeom>
        </p:spPr>
        <p:txBody>
          <a:bodyPr vert="horz" lIns="91440" tIns="45720" rIns="91440" bIns="45720" rtlCol="0" anchor="b">
            <a:normAutofit/>
          </a:bodyPr>
          <a:lstStyle>
            <a:lvl1pPr>
              <a:defRPr lang="en-US" sz="5000" cap="all" baseline="0" dirty="0">
                <a:solidFill>
                  <a:schemeClr val="bg1"/>
                </a:solidFill>
              </a:defRPr>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7231247" y="5157623"/>
            <a:ext cx="4434506" cy="1090777"/>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rtl="0"/>
            <a:r>
              <a:rPr lang="pt-br"/>
              <a:t>Clique para editar o estilo de subtítulo Mestre</a:t>
            </a:r>
            <a:endParaRPr lang="en-US"/>
          </a:p>
        </p:txBody>
      </p:sp>
      <p:sp>
        <p:nvSpPr>
          <p:cNvPr id="8" name="Espaço Reservado para Imagem 7">
            <a:extLst>
              <a:ext uri="{FF2B5EF4-FFF2-40B4-BE49-F238E27FC236}">
                <a16:creationId xmlns:a16="http://schemas.microsoft.com/office/drawing/2014/main" id="{46973B1C-74EE-7F51-CF89-E132D793F5B5}"/>
              </a:ext>
            </a:extLst>
          </p:cNvPr>
          <p:cNvSpPr>
            <a:spLocks noGrp="1"/>
          </p:cNvSpPr>
          <p:nvPr>
            <p:ph type="pic" sz="quarter" idx="14" hasCustomPrompt="1"/>
          </p:nvPr>
        </p:nvSpPr>
        <p:spPr>
          <a:xfrm>
            <a:off x="0" y="0"/>
            <a:ext cx="6843095" cy="6858000"/>
          </a:xfrm>
          <a:custGeom>
            <a:avLst/>
            <a:gdLst>
              <a:gd name="connsiteX0" fmla="*/ 0 w 6843095"/>
              <a:gd name="connsiteY0" fmla="*/ 629614 h 6858000"/>
              <a:gd name="connsiteX1" fmla="*/ 6843095 w 6843095"/>
              <a:gd name="connsiteY1" fmla="*/ 629614 h 6858000"/>
              <a:gd name="connsiteX2" fmla="*/ 6843095 w 6843095"/>
              <a:gd name="connsiteY2" fmla="*/ 6858000 h 6858000"/>
              <a:gd name="connsiteX3" fmla="*/ 0 w 6843095"/>
              <a:gd name="connsiteY3" fmla="*/ 6858000 h 6858000"/>
              <a:gd name="connsiteX4" fmla="*/ 0 w 6843095"/>
              <a:gd name="connsiteY4" fmla="*/ 0 h 6858000"/>
              <a:gd name="connsiteX5" fmla="*/ 6843095 w 6843095"/>
              <a:gd name="connsiteY5" fmla="*/ 0 h 6858000"/>
              <a:gd name="connsiteX6" fmla="*/ 6843095 w 6843095"/>
              <a:gd name="connsiteY6" fmla="*/ 565606 h 6858000"/>
              <a:gd name="connsiteX7" fmla="*/ 0 w 6843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3095" h="6858000">
                <a:moveTo>
                  <a:pt x="0" y="629614"/>
                </a:moveTo>
                <a:lnTo>
                  <a:pt x="6843095" y="629614"/>
                </a:lnTo>
                <a:lnTo>
                  <a:pt x="6843095" y="6858000"/>
                </a:lnTo>
                <a:lnTo>
                  <a:pt x="0" y="6858000"/>
                </a:lnTo>
                <a:close/>
                <a:moveTo>
                  <a:pt x="0" y="0"/>
                </a:moveTo>
                <a:lnTo>
                  <a:pt x="6843095" y="0"/>
                </a:lnTo>
                <a:lnTo>
                  <a:pt x="6843095" y="565606"/>
                </a:lnTo>
                <a:lnTo>
                  <a:pt x="0" y="565606"/>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7224093" y="6477000"/>
            <a:ext cx="2828917" cy="381000"/>
          </a:xfrm>
          <a:prstGeom prst="rect">
            <a:avLst/>
          </a:prstGeom>
        </p:spPr>
        <p:txBody>
          <a:bodyPr rtlCol="0"/>
          <a:lstStyle>
            <a:lvl1pPr>
              <a:defRPr>
                <a:solidFill>
                  <a:schemeClr val="bg1"/>
                </a:solidFill>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10058398" y="6477000"/>
            <a:ext cx="937594" cy="381000"/>
          </a:xfrm>
          <a:prstGeom prst="rect">
            <a:avLst/>
          </a:prstGeom>
        </p:spPr>
        <p:txBody>
          <a:bodyPr rtlCol="0"/>
          <a:lstStyle>
            <a:lvl1pPr>
              <a:defRPr>
                <a:solidFill>
                  <a:schemeClr val="bg1"/>
                </a:solidFill>
                <a:effectLst/>
              </a:defRPr>
            </a:lvl1pPr>
          </a:lstStyle>
          <a:p>
            <a:pPr rtl="0"/>
            <a:r>
              <a:rPr lang="en-US"/>
              <a:t>17/09/2025</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4" y="6492876"/>
            <a:ext cx="657226" cy="365125"/>
          </a:xfrm>
          <a:prstGeom prst="rect">
            <a:avLst/>
          </a:prstGeom>
        </p:spPr>
        <p:txBody>
          <a:bodyPr rtlCol="0"/>
          <a:lstStyle>
            <a:lvl1pPr>
              <a:defRPr>
                <a:solidFill>
                  <a:schemeClr val="bg1"/>
                </a:solidFill>
              </a:defRPr>
            </a:lvl1pPr>
          </a:lstStyle>
          <a:p>
            <a:pPr rtl="0"/>
            <a:fld id="{AEAA3239-9EA4-4A65-A281-97F994456D9F}" type="slidenum">
              <a:rPr lang="en-US" smtClean="0"/>
              <a:pPr/>
              <a:t/>
            </a:fld>
            <a:endParaRPr lang="en-US"/>
          </a:p>
        </p:txBody>
      </p:sp>
      <p:sp>
        <p:nvSpPr>
          <p:cNvPr id="38" name="Retângulo 37">
            <a:extLst>
              <a:ext uri="{FF2B5EF4-FFF2-40B4-BE49-F238E27FC236}">
                <a16:creationId xmlns:a16="http://schemas.microsoft.com/office/drawing/2014/main" id="{632554D8-9DAA-D834-ABC8-240BBF9CA28F}"/>
              </a:ext>
            </a:extLst>
          </p:cNvPr>
          <p:cNvSpPr/>
          <p:nvPr/>
        </p:nvSpPr>
        <p:spPr>
          <a:xfrm>
            <a:off x="6843096" y="565606"/>
            <a:ext cx="4811394"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30319452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809A26A8.xml><?xml version="1.0" encoding="utf-8"?>
<p:sldLayout xmlns:a="http://schemas.openxmlformats.org/drawingml/2006/main" xmlns:r="http://schemas.openxmlformats.org/officeDocument/2006/relationships" xmlns:p="http://schemas.openxmlformats.org/presentationml/2006/main" preserve="1">
  <p:cSld name="Título com Imagem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rtl="0"/>
            <a:r>
              <a:rPr lang="pt-br"/>
              <a:t>Clique para editar o estilo de subtítulo Mestre</a:t>
            </a:r>
            <a:endParaRPr lang="en-US"/>
          </a:p>
        </p:txBody>
      </p:sp>
      <p:sp>
        <p:nvSpPr>
          <p:cNvPr id="10" name="Espaço Reservado para Imagem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rtlCol="0"/>
          <a:lstStyle>
            <a:lvl1pPr>
              <a:defRPr>
                <a:solidFill>
                  <a:schemeClr val="tx2"/>
                </a:solidFill>
                <a:effectLst/>
              </a:defRPr>
            </a:lvl1pPr>
          </a:lstStyle>
          <a:p>
            <a:pPr rtl="0"/>
            <a:r>
              <a:rPr lang="en-US"/>
              <a:t>17/09/2025</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9" name="Retângulo 8">
            <a:extLst>
              <a:ext uri="{FF2B5EF4-FFF2-40B4-BE49-F238E27FC236}">
                <a16:creationId xmlns:a16="http://schemas.microsoft.com/office/drawing/2014/main" id="{F879DE85-4541-95AA-B871-7CBAD2BA1550}"/>
              </a:ext>
            </a:extLst>
          </p:cNvPr>
          <p:cNvSpPr/>
          <p:nvPr userDrawn="1"/>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1575860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E4A10425.xml><?xml version="1.0" encoding="utf-8"?>
<p:sldLayout xmlns:a="http://schemas.openxmlformats.org/drawingml/2006/main" xmlns:r="http://schemas.openxmlformats.org/officeDocument/2006/relationships" xmlns:p="http://schemas.openxmlformats.org/presentationml/2006/main" preserve="1">
  <p:cSld name="Título com imagem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533400" y="1016955"/>
            <a:ext cx="4429126" cy="3331896"/>
          </a:xfrm>
          <a:prstGeom prst="rect">
            <a:avLst/>
          </a:prstGeom>
        </p:spPr>
        <p:txBody>
          <a:bodyPr vert="horz" lIns="91440" tIns="45720" rIns="91440" bIns="45720" rtlCol="0" anchor="t">
            <a:normAutofit/>
          </a:bodyPr>
          <a:lstStyle>
            <a:lvl1pPr>
              <a:defRPr lang="en-US" sz="5000" cap="all" baseline="0" dirty="0"/>
            </a:lvl1pPr>
          </a:lstStyle>
          <a:p>
            <a:pPr lvl="0" rtl="0"/>
            <a:r>
              <a:rPr lang="pt-br"/>
              <a:t>Clique para editar o estilo de título Mestre</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533400" y="4846320"/>
            <a:ext cx="3174160" cy="1465319"/>
          </a:xfrm>
          <a:prstGeom prst="rect">
            <a:avLst/>
          </a:prstGeom>
        </p:spPr>
        <p:txBody>
          <a:bodyPr vert="horz" lIns="91440" tIns="45720" rIns="91440" bIns="45720" rtlCol="0" anchor="b">
            <a:normAutofit/>
          </a:bodyPr>
          <a:lstStyle>
            <a:lvl1pPr marL="0" indent="0">
              <a:buNone/>
              <a:defRPr lang="en-US" sz="2000" b="1" i="0" dirty="0">
                <a:latin typeface="Arial" panose="020B0604020202020204" pitchFamily="34" charset="0"/>
                <a:cs typeface="Arial" panose="020B0604020202020204" pitchFamily="34" charset="0"/>
              </a:defRPr>
            </a:lvl1pPr>
          </a:lstStyle>
          <a:p>
            <a:pPr lvl="0" rtl="0"/>
            <a:r>
              <a:rPr lang="pt-br"/>
              <a:t>Clique para editar o estilo de subtítulo Mestre</a:t>
            </a:r>
            <a:endParaRPr lang="en-US"/>
          </a:p>
        </p:txBody>
      </p:sp>
      <p:sp>
        <p:nvSpPr>
          <p:cNvPr id="8" name="Espaço Reservado para Rodapé 7">
            <a:extLst>
              <a:ext uri="{FF2B5EF4-FFF2-40B4-BE49-F238E27FC236}">
                <a16:creationId xmlns:a16="http://schemas.microsoft.com/office/drawing/2014/main" id="{9A6E6A4C-6C55-068A-43AA-78DB4D1D643B}"/>
              </a:ext>
            </a:extLst>
          </p:cNvPr>
          <p:cNvSpPr>
            <a:spLocks noGrp="1"/>
          </p:cNvSpPr>
          <p:nvPr>
            <p:ph type="ftr" sz="quarter" idx="15"/>
          </p:nvPr>
        </p:nvSpPr>
        <p:spPr>
          <a:xfrm>
            <a:off x="533400" y="6492240"/>
            <a:ext cx="2548562" cy="365760"/>
          </a:xfrm>
          <a:prstGeom prst="rect">
            <a:avLst/>
          </a:prstGeom>
        </p:spPr>
        <p:txBody>
          <a:bodyPr rtlCol="0"/>
          <a:lstStyle/>
          <a:p>
            <a:pPr rtl="0"/>
            <a:r>
              <a:rPr lang="pt-br"/>
              <a:t>Título da Apresentação</a:t>
            </a:r>
            <a:endParaRPr lang="en-US"/>
          </a:p>
        </p:txBody>
      </p:sp>
      <p:sp>
        <p:nvSpPr>
          <p:cNvPr id="7" name="Espaço Reservado para Data 6">
            <a:extLst>
              <a:ext uri="{FF2B5EF4-FFF2-40B4-BE49-F238E27FC236}">
                <a16:creationId xmlns:a16="http://schemas.microsoft.com/office/drawing/2014/main" id="{F991F941-2D53-CC10-7947-62237A245FE0}"/>
              </a:ext>
            </a:extLst>
          </p:cNvPr>
          <p:cNvSpPr>
            <a:spLocks noGrp="1"/>
          </p:cNvSpPr>
          <p:nvPr>
            <p:ph type="dt" sz="half" idx="14"/>
          </p:nvPr>
        </p:nvSpPr>
        <p:spPr>
          <a:xfrm>
            <a:off x="3076577" y="6492240"/>
            <a:ext cx="689944" cy="365760"/>
          </a:xfrm>
          <a:prstGeom prst="rect">
            <a:avLst/>
          </a:prstGeom>
        </p:spPr>
        <p:txBody>
          <a:bodyPr rtlCol="0"/>
          <a:lstStyle/>
          <a:p>
            <a:pPr rtl="0"/>
            <a:r>
              <a:rPr lang="en-US"/>
              <a:t>17/09/2025</a:t>
            </a:r>
          </a:p>
        </p:txBody>
      </p:sp>
      <p:sp>
        <p:nvSpPr>
          <p:cNvPr id="9" name="Espaço Reservado para o Número do Slide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1906" y="6492240"/>
            <a:ext cx="628645" cy="365760"/>
          </a:xfrm>
          <a:prstGeom prst="rect">
            <a:avLst/>
          </a:prstGeom>
        </p:spPr>
        <p:txBody>
          <a:bodyPr rtlCol="0"/>
          <a:lstStyle/>
          <a:p>
            <a:pPr rtl="0"/>
            <a:fld id="{AEAA3239-9EA4-4A65-A281-97F994456D9F}" type="slidenum">
              <a:rPr lang="en-US" smtClean="0"/>
              <a:t/>
            </a:fld>
            <a:endParaRPr lang="en-US"/>
          </a:p>
        </p:txBody>
      </p:sp>
      <p:sp>
        <p:nvSpPr>
          <p:cNvPr id="35" name="Espaço Reservado para Imagem 34">
            <a:extLst>
              <a:ext uri="{FF2B5EF4-FFF2-40B4-BE49-F238E27FC236}">
                <a16:creationId xmlns:a16="http://schemas.microsoft.com/office/drawing/2014/main" id="{A08E6492-6236-5992-A07D-5116336E8427}"/>
              </a:ext>
            </a:extLst>
          </p:cNvPr>
          <p:cNvSpPr>
            <a:spLocks noGrp="1"/>
          </p:cNvSpPr>
          <p:nvPr>
            <p:ph type="pic" sz="quarter" idx="13" hasCustomPrompt="1"/>
          </p:nvPr>
        </p:nvSpPr>
        <p:spPr>
          <a:xfrm>
            <a:off x="5348910" y="0"/>
            <a:ext cx="6843089" cy="6858000"/>
          </a:xfrm>
          <a:custGeom>
            <a:avLst/>
            <a:gdLst>
              <a:gd name="connsiteX0" fmla="*/ 0 w 6843089"/>
              <a:gd name="connsiteY0" fmla="*/ 629614 h 6858000"/>
              <a:gd name="connsiteX1" fmla="*/ 6843089 w 6843089"/>
              <a:gd name="connsiteY1" fmla="*/ 629614 h 6858000"/>
              <a:gd name="connsiteX2" fmla="*/ 6843089 w 6843089"/>
              <a:gd name="connsiteY2" fmla="*/ 6858000 h 6858000"/>
              <a:gd name="connsiteX3" fmla="*/ 0 w 6843089"/>
              <a:gd name="connsiteY3" fmla="*/ 6858000 h 6858000"/>
              <a:gd name="connsiteX4" fmla="*/ 0 w 6843089"/>
              <a:gd name="connsiteY4" fmla="*/ 0 h 6858000"/>
              <a:gd name="connsiteX5" fmla="*/ 6843089 w 6843089"/>
              <a:gd name="connsiteY5" fmla="*/ 0 h 6858000"/>
              <a:gd name="connsiteX6" fmla="*/ 6843089 w 6843089"/>
              <a:gd name="connsiteY6" fmla="*/ 565606 h 6858000"/>
              <a:gd name="connsiteX7" fmla="*/ 0 w 6843089"/>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3089" h="6858000">
                <a:moveTo>
                  <a:pt x="0" y="629614"/>
                </a:moveTo>
                <a:lnTo>
                  <a:pt x="6843089" y="629614"/>
                </a:lnTo>
                <a:lnTo>
                  <a:pt x="6843089" y="6858000"/>
                </a:lnTo>
                <a:lnTo>
                  <a:pt x="0" y="6858000"/>
                </a:lnTo>
                <a:close/>
                <a:moveTo>
                  <a:pt x="0" y="0"/>
                </a:moveTo>
                <a:lnTo>
                  <a:pt x="6843089" y="0"/>
                </a:lnTo>
                <a:lnTo>
                  <a:pt x="6843089" y="565606"/>
                </a:lnTo>
                <a:lnTo>
                  <a:pt x="0" y="565606"/>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
        <p:nvSpPr>
          <p:cNvPr id="36" name="Retângulo 35">
            <a:extLst>
              <a:ext uri="{FF2B5EF4-FFF2-40B4-BE49-F238E27FC236}">
                <a16:creationId xmlns:a16="http://schemas.microsoft.com/office/drawing/2014/main" id="{AB9E1B0C-9687-1C2C-7103-072A38CFE3B8}"/>
              </a:ext>
            </a:extLst>
          </p:cNvPr>
          <p:cNvSpPr/>
          <p:nvPr/>
        </p:nvSpPr>
        <p:spPr>
          <a:xfrm>
            <a:off x="634030" y="565606"/>
            <a:ext cx="1155797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8357576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BF21A96.xml><?xml version="1.0" encoding="utf-8"?>
<p:sldLayout xmlns:a="http://schemas.openxmlformats.org/drawingml/2006/main" xmlns:r="http://schemas.openxmlformats.org/officeDocument/2006/relationships" xmlns:p="http://schemas.openxmlformats.org/presentationml/2006/main" preserve="1" userDrawn="1">
  <p:cSld name="Título com Imagem 5">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C79AA538-6584-1335-947D-99C9A0CA5A3D}"/>
              </a:ext>
            </a:extLst>
          </p:cNvPr>
          <p:cNvSpPr>
            <a:spLocks noGrp="1"/>
          </p:cNvSpPr>
          <p:nvPr>
            <p:ph type="title"/>
          </p:nvPr>
        </p:nvSpPr>
        <p:spPr>
          <a:xfrm>
            <a:off x="2128220" y="2689229"/>
            <a:ext cx="5101253" cy="3711571"/>
          </a:xfrm>
        </p:spPr>
        <p:txBody>
          <a:bodyPr rtlCol="0" anchor="b">
            <a:noAutofit/>
          </a:bodyPr>
          <a:lstStyle>
            <a:lvl1pPr>
              <a:defRPr sz="7200" cap="all" baseline="0"/>
            </a:lvl1pPr>
          </a:lstStyle>
          <a:p>
            <a:pPr rtl="0"/>
            <a:r>
              <a:rPr lang="pt-br"/>
              <a:t>Clique para editar o estilo de título Mestre</a:t>
            </a:r>
          </a:p>
        </p:txBody>
      </p:sp>
      <p:sp>
        <p:nvSpPr>
          <p:cNvPr id="11" name="Subtítulo 2">
            <a:extLst>
              <a:ext uri="{FF2B5EF4-FFF2-40B4-BE49-F238E27FC236}">
                <a16:creationId xmlns:a16="http://schemas.microsoft.com/office/drawing/2014/main" id="{0136D812-C006-B109-4529-F43530D92A6E}"/>
              </a:ext>
            </a:extLst>
          </p:cNvPr>
          <p:cNvSpPr>
            <a:spLocks noGrp="1"/>
          </p:cNvSpPr>
          <p:nvPr>
            <p:ph type="subTitle" idx="1"/>
          </p:nvPr>
        </p:nvSpPr>
        <p:spPr>
          <a:xfrm>
            <a:off x="533400" y="1016957"/>
            <a:ext cx="6685515" cy="73152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rtl="0"/>
            <a:r>
              <a:rPr lang="pt-br"/>
              <a:t>Clique para editar o estilo de subtítulo Mestre</a:t>
            </a:r>
            <a:endParaRPr lang="en-US"/>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4815506" cy="381001"/>
          </a:xfrm>
          <a:prstGeom prst="rect">
            <a:avLst/>
          </a:prstGeom>
        </p:spPr>
        <p:txBody>
          <a:bodyPr rtlCol="0"/>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5343525" y="6476999"/>
            <a:ext cx="1212771" cy="381001"/>
          </a:xfrm>
          <a:prstGeom prst="rect">
            <a:avLst/>
          </a:prstGeom>
        </p:spPr>
        <p:txBody>
          <a:bodyPr rtlCol="0"/>
          <a:lstStyle/>
          <a:p>
            <a:pPr rtl="0"/>
            <a:r>
              <a:rPr lang="en-US"/>
              <a:t>17/09/2025</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6561689" y="6477000"/>
            <a:ext cx="657226" cy="381001"/>
          </a:xfrm>
          <a:prstGeom prst="rect">
            <a:avLst/>
          </a:prstGeom>
        </p:spPr>
        <p:txBody>
          <a:bodyPr rtlCol="0"/>
          <a:lstStyle/>
          <a:p>
            <a:pPr rtl="0"/>
            <a:fld id="{AEAA3239-9EA4-4A65-A281-97F994456D9F}" type="slidenum">
              <a:rPr lang="en-US" smtClean="0"/>
              <a:t/>
            </a:fld>
            <a:endParaRPr lang="en-US"/>
          </a:p>
        </p:txBody>
      </p:sp>
      <p:sp>
        <p:nvSpPr>
          <p:cNvPr id="38" name="Espaço Reservado para Imagem 37">
            <a:extLst>
              <a:ext uri="{FF2B5EF4-FFF2-40B4-BE49-F238E27FC236}">
                <a16:creationId xmlns:a16="http://schemas.microsoft.com/office/drawing/2014/main" id="{64E68E40-D2D1-8DA8-1BBA-34E89F479DF7}"/>
              </a:ext>
            </a:extLst>
          </p:cNvPr>
          <p:cNvSpPr>
            <a:spLocks noGrp="1"/>
          </p:cNvSpPr>
          <p:nvPr>
            <p:ph type="pic" sz="quarter" idx="13" hasCustomPrompt="1"/>
          </p:nvPr>
        </p:nvSpPr>
        <p:spPr>
          <a:xfrm>
            <a:off x="7786070" y="-2"/>
            <a:ext cx="4405930" cy="6858001"/>
          </a:xfrm>
          <a:custGeom>
            <a:avLst/>
            <a:gdLst>
              <a:gd name="connsiteX0" fmla="*/ 0 w 4405930"/>
              <a:gd name="connsiteY0" fmla="*/ 0 h 6858001"/>
              <a:gd name="connsiteX1" fmla="*/ 4405930 w 4405930"/>
              <a:gd name="connsiteY1" fmla="*/ 0 h 6858001"/>
              <a:gd name="connsiteX2" fmla="*/ 4405930 w 4405930"/>
              <a:gd name="connsiteY2" fmla="*/ 6858001 h 6858001"/>
              <a:gd name="connsiteX3" fmla="*/ 0 w 4405930"/>
              <a:gd name="connsiteY3" fmla="*/ 6858001 h 6858001"/>
              <a:gd name="connsiteX4" fmla="*/ 0 w 4405930"/>
              <a:gd name="connsiteY4" fmla="*/ 632310 h 6858001"/>
              <a:gd name="connsiteX5" fmla="*/ 4405929 w 4405930"/>
              <a:gd name="connsiteY5" fmla="*/ 632310 h 6858001"/>
              <a:gd name="connsiteX6" fmla="*/ 4405929 w 4405930"/>
              <a:gd name="connsiteY6" fmla="*/ 568302 h 6858001"/>
              <a:gd name="connsiteX7" fmla="*/ 0 w 4405930"/>
              <a:gd name="connsiteY7" fmla="*/ 568302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930" h="6858001">
                <a:moveTo>
                  <a:pt x="0" y="0"/>
                </a:moveTo>
                <a:lnTo>
                  <a:pt x="4405930" y="0"/>
                </a:lnTo>
                <a:lnTo>
                  <a:pt x="4405930" y="6858001"/>
                </a:lnTo>
                <a:lnTo>
                  <a:pt x="0" y="6858001"/>
                </a:lnTo>
                <a:lnTo>
                  <a:pt x="0" y="632310"/>
                </a:lnTo>
                <a:lnTo>
                  <a:pt x="4405929" y="632310"/>
                </a:lnTo>
                <a:lnTo>
                  <a:pt x="4405929" y="568302"/>
                </a:lnTo>
                <a:lnTo>
                  <a:pt x="0" y="568302"/>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
        <p:nvSpPr>
          <p:cNvPr id="39" name="Retângulo 38">
            <a:extLst>
              <a:ext uri="{FF2B5EF4-FFF2-40B4-BE49-F238E27FC236}">
                <a16:creationId xmlns:a16="http://schemas.microsoft.com/office/drawing/2014/main" id="{031C6569-302F-A491-577D-85BBD3AFD160}"/>
              </a:ext>
            </a:extLst>
          </p:cNvPr>
          <p:cNvSpPr/>
          <p:nvPr/>
        </p:nvSpPr>
        <p:spPr>
          <a:xfrm>
            <a:off x="634034" y="568300"/>
            <a:ext cx="11557965"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004158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4462E35C.xml><?xml version="1.0" encoding="utf-8"?>
<p:sldLayout xmlns:a="http://schemas.openxmlformats.org/drawingml/2006/main" xmlns:r="http://schemas.openxmlformats.org/officeDocument/2006/relationships" xmlns:p="http://schemas.openxmlformats.org/presentationml/2006/main" preserve="1">
  <p:cSld name="Cabeçalho da Seção">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143000"/>
            <a:ext cx="8576636" cy="5271008"/>
          </a:xfrm>
          <a:prstGeom prst="rect">
            <a:avLst/>
          </a:prstGeom>
        </p:spPr>
        <p:txBody>
          <a:bodyPr vert="horz" lIns="91440" tIns="45720" rIns="91440" bIns="45720" rtlCol="0" anchor="b">
            <a:normAutofit/>
          </a:bodyPr>
          <a:lstStyle>
            <a:lvl1pPr>
              <a:defRPr lang="en-US" sz="7200" cap="all" baseline="0" dirty="0">
                <a:solidFill>
                  <a:schemeClr val="bg2"/>
                </a:solidFill>
              </a:defRPr>
            </a:lvl1pPr>
          </a:lstStyle>
          <a:p>
            <a:pPr lvl="0" rtl="0"/>
            <a:r>
              <a:rPr lang="pt-br"/>
              <a:t>CABEÇALHO DA SEÇÃO</a:t>
            </a:r>
          </a:p>
        </p:txBody>
      </p:sp>
      <p:sp>
        <p:nvSpPr>
          <p:cNvPr id="5" name="Espaço Reservado para Rodapé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76636" cy="365760"/>
          </a:xfrm>
          <a:prstGeom prst="rect">
            <a:avLst/>
          </a:prstGeom>
        </p:spPr>
        <p:txBody>
          <a:bodyPr rtlCol="0"/>
          <a:lstStyle>
            <a:lvl1pPr>
              <a:defRPr>
                <a:solidFill>
                  <a:schemeClr val="bg2"/>
                </a:solidFill>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92240"/>
            <a:ext cx="1891337" cy="365760"/>
          </a:xfrm>
          <a:prstGeom prst="rect">
            <a:avLst/>
          </a:prstGeom>
        </p:spPr>
        <p:txBody>
          <a:bodyPr rtlCol="0"/>
          <a:lstStyle>
            <a:lvl1pPr>
              <a:defRPr>
                <a:solidFill>
                  <a:schemeClr val="bg2"/>
                </a:solidFill>
              </a:defRPr>
            </a:lvl1pPr>
          </a:lstStyle>
          <a:p>
            <a:pPr rtl="0"/>
            <a:r>
              <a:rPr lang="en-US"/>
              <a:t>17/09/2025</a:t>
            </a:r>
          </a:p>
        </p:txBody>
      </p:sp>
      <p:sp>
        <p:nvSpPr>
          <p:cNvPr id="6" name="Espaço Reservado para o Número do Slid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2" cy="365760"/>
          </a:xfrm>
          <a:prstGeom prst="rect">
            <a:avLst/>
          </a:prstGeom>
        </p:spPr>
        <p:txBody>
          <a:bodyPr rtlCol="0"/>
          <a:lstStyle>
            <a:lvl1pPr>
              <a:defRPr>
                <a:solidFill>
                  <a:schemeClr val="bg2"/>
                </a:solidFill>
              </a:defRPr>
            </a:lvl1pPr>
          </a:lstStyle>
          <a:p>
            <a:pPr rtl="0"/>
            <a:fld id="{AEAA3239-9EA4-4A65-A281-97F994456D9F}" type="slidenum">
              <a:rPr lang="en-US" smtClean="0"/>
              <a:pPr/>
              <a:t/>
            </a:fld>
            <a:endParaRPr lang="en-US"/>
          </a:p>
        </p:txBody>
      </p:sp>
      <p:sp>
        <p:nvSpPr>
          <p:cNvPr id="32" name="Retângulo 31">
            <a:extLst>
              <a:ext uri="{FF2B5EF4-FFF2-40B4-BE49-F238E27FC236}">
                <a16:creationId xmlns:a16="http://schemas.microsoft.com/office/drawing/2014/main" id="{15F1B314-6B95-45EC-8168-CEA297F1BD40}"/>
              </a:ext>
            </a:extLst>
          </p:cNvPr>
          <p:cNvSpPr/>
          <p:nvPr/>
        </p:nvSpPr>
        <p:spPr>
          <a:xfrm>
            <a:off x="634029" y="570037"/>
            <a:ext cx="8476007" cy="615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3" name="Retângulo 32">
            <a:extLst>
              <a:ext uri="{FF2B5EF4-FFF2-40B4-BE49-F238E27FC236}">
                <a16:creationId xmlns:a16="http://schemas.microsoft.com/office/drawing/2014/main" id="{D4E8A7FA-CBEB-E74B-AC79-5D830DAFC993}"/>
              </a:ext>
            </a:extLst>
          </p:cNvPr>
          <p:cNvSpPr/>
          <p:nvPr/>
        </p:nvSpPr>
        <p:spPr>
          <a:xfrm>
            <a:off x="9110036" y="570037"/>
            <a:ext cx="3081964" cy="6154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14733142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9_93307F1.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3" name="Retângulo 32">
            <a:extLst>
              <a:ext uri="{FF2B5EF4-FFF2-40B4-BE49-F238E27FC236}">
                <a16:creationId xmlns:a16="http://schemas.microsoft.com/office/drawing/2014/main" id="{BAE97C67-C2EB-5515-0FDC-A535220C9DF0}"/>
              </a:ext>
            </a:extLst>
          </p:cNvPr>
          <p:cNvSpPr/>
          <p:nvPr/>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4E4019F8-742E-9EEF-F591-C9666AC32AF1}"/>
              </a:ext>
            </a:extLst>
          </p:cNvPr>
          <p:cNvSpPr>
            <a:spLocks noGrp="1"/>
          </p:cNvSpPr>
          <p:nvPr>
            <p:ph type="title" hasCustomPrompt="1"/>
          </p:nvPr>
        </p:nvSpPr>
        <p:spPr>
          <a:xfrm>
            <a:off x="533399" y="1016955"/>
            <a:ext cx="8195646" cy="1127758"/>
          </a:xfrm>
          <a:prstGeom prst="rect">
            <a:avLst/>
          </a:prstGeom>
        </p:spPr>
        <p:txBody>
          <a:bodyPr rtlCol="0" anchor="t">
            <a:normAutofit/>
          </a:bodyPr>
          <a:lstStyle>
            <a:lvl1pPr>
              <a:defRPr sz="7200" cap="all" baseline="0"/>
            </a:lvl1pPr>
          </a:lstStyle>
          <a:p>
            <a:pPr rtl="0"/>
            <a:r>
              <a:rPr lang="pt-br"/>
              <a:t>AGENDA</a:t>
            </a:r>
          </a:p>
        </p:txBody>
      </p:sp>
      <p:sp>
        <p:nvSpPr>
          <p:cNvPr id="7" name="Espaço Reservado para Conteúdo 6">
            <a:extLst>
              <a:ext uri="{FF2B5EF4-FFF2-40B4-BE49-F238E27FC236}">
                <a16:creationId xmlns:a16="http://schemas.microsoft.com/office/drawing/2014/main" id="{28C8B19A-6FC1-2B71-0BFB-9274CBF396B9}"/>
              </a:ext>
            </a:extLst>
          </p:cNvPr>
          <p:cNvSpPr>
            <a:spLocks noGrp="1"/>
          </p:cNvSpPr>
          <p:nvPr>
            <p:ph sz="quarter" idx="13"/>
          </p:nvPr>
        </p:nvSpPr>
        <p:spPr>
          <a:xfrm>
            <a:off x="533399" y="2510472"/>
            <a:ext cx="8190496" cy="3966527"/>
          </a:xfrm>
          <a:prstGeom prst="rect">
            <a:avLst/>
          </a:prstGeom>
        </p:spPr>
        <p:txBody>
          <a:bodyPr rtlCol="0">
            <a:normAutofit/>
          </a:bodyPr>
          <a:lstStyle>
            <a:lvl1pPr marL="457200" indent="-457200">
              <a:lnSpc>
                <a:spcPct val="150000"/>
              </a:lnSpc>
              <a:spcBef>
                <a:spcPts val="0"/>
              </a:spcBef>
              <a:buFont typeface="+mj-lt"/>
              <a:buAutoNum type="arabicPeriod"/>
              <a:defRPr sz="2000"/>
            </a:lvl1pPr>
            <a:lvl2pPr marL="685800" indent="-4572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marL="1257300" indent="-342900">
              <a:lnSpc>
                <a:spcPct val="150000"/>
              </a:lnSpc>
              <a:spcBef>
                <a:spcPts val="0"/>
              </a:spcBef>
              <a:buFont typeface="+mj-lt"/>
              <a:buAutoNum type="arabicPeriod"/>
              <a:defRPr sz="2000"/>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4" name="Espaço Reservado para Rodapé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92241"/>
            <a:ext cx="5758481" cy="365760"/>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3" name="Espaço Reservado para Data 2">
            <a:extLst>
              <a:ext uri="{FF2B5EF4-FFF2-40B4-BE49-F238E27FC236}">
                <a16:creationId xmlns:a16="http://schemas.microsoft.com/office/drawing/2014/main" id="{6CC77F2D-39D2-22F7-CF0B-39D63EBF00B7}"/>
              </a:ext>
            </a:extLst>
          </p:cNvPr>
          <p:cNvSpPr>
            <a:spLocks noGrp="1"/>
          </p:cNvSpPr>
          <p:nvPr>
            <p:ph type="dt" sz="half" idx="10"/>
          </p:nvPr>
        </p:nvSpPr>
        <p:spPr>
          <a:xfrm>
            <a:off x="6291885" y="6492240"/>
            <a:ext cx="1763999" cy="365760"/>
          </a:xfrm>
          <a:prstGeom prst="rect">
            <a:avLst/>
          </a:prstGeom>
        </p:spPr>
        <p:txBody>
          <a:bodyPr rtlCol="0"/>
          <a:lstStyle>
            <a:lvl1pPr>
              <a:defRPr>
                <a:solidFill>
                  <a:schemeClr val="tx2"/>
                </a:solidFill>
              </a:defRPr>
            </a:lvl1pPr>
          </a:lstStyle>
          <a:p>
            <a:pPr rtl="0"/>
            <a:r>
              <a:rPr lang="en-US"/>
              <a:t>17/09/2025</a:t>
            </a:r>
          </a:p>
        </p:txBody>
      </p:sp>
      <p:sp>
        <p:nvSpPr>
          <p:cNvPr id="5" name="Espaço Reservado para o Número do Slide 4">
            <a:extLst>
              <a:ext uri="{FF2B5EF4-FFF2-40B4-BE49-F238E27FC236}">
                <a16:creationId xmlns:a16="http://schemas.microsoft.com/office/drawing/2014/main" id="{626B86D3-24E1-029E-BA22-9F17F9517D65}"/>
              </a:ext>
            </a:extLst>
          </p:cNvPr>
          <p:cNvSpPr>
            <a:spLocks noGrp="1"/>
          </p:cNvSpPr>
          <p:nvPr>
            <p:ph type="sldNum" sz="quarter" idx="12"/>
          </p:nvPr>
        </p:nvSpPr>
        <p:spPr>
          <a:xfrm>
            <a:off x="8061271" y="6492241"/>
            <a:ext cx="662624" cy="365760"/>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34" name="Retângulo 33">
            <a:extLst>
              <a:ext uri="{FF2B5EF4-FFF2-40B4-BE49-F238E27FC236}">
                <a16:creationId xmlns:a16="http://schemas.microsoft.com/office/drawing/2014/main" id="{E58CA726-6257-4F3F-9296-A3CF5DCA19DB}"/>
              </a:ext>
            </a:extLst>
          </p:cNvPr>
          <p:cNvSpPr/>
          <p:nvPr/>
        </p:nvSpPr>
        <p:spPr>
          <a:xfrm>
            <a:off x="634029" y="2144714"/>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54339313"/>
      </p:ext>
    </p:extLst>
  </p:cSld>
  <p:clrMapOvr>
    <a:masterClrMapping/>
  </p:clrMapOvr>
</p:sldLayout>
</file>

<file path=ppt/slideLayouts/slideLayout_80000020_85308D1B.xml><?xml version="1.0" encoding="utf-8"?>
<p:sldLayout xmlns:a="http://schemas.openxmlformats.org/drawingml/2006/main" xmlns:r="http://schemas.openxmlformats.org/officeDocument/2006/relationships" xmlns:p="http://schemas.openxmlformats.org/presentationml/2006/main" preserve="1">
  <p:cSld name="Conteúdo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86153" cy="2721451"/>
          </a:xfrm>
          <a:prstGeom prst="rect">
            <a:avLst/>
          </a:prstGeom>
        </p:spPr>
        <p:txBody>
          <a:bodyPr rtlCol="0" anchor="t">
            <a:normAutofit/>
          </a:bodyPr>
          <a:lstStyle>
            <a:lvl1pPr>
              <a:defRPr sz="3600" cap="all" baseline="0">
                <a:latin typeface="+mj-lt"/>
              </a:defRPr>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8C71126E-AEFA-B45A-CD39-AC1315E03339}"/>
              </a:ext>
            </a:extLst>
          </p:cNvPr>
          <p:cNvSpPr>
            <a:spLocks noGrp="1"/>
          </p:cNvSpPr>
          <p:nvPr>
            <p:ph sz="quarter" idx="13"/>
          </p:nvPr>
        </p:nvSpPr>
        <p:spPr>
          <a:xfrm>
            <a:off x="4962526" y="1016955"/>
            <a:ext cx="6696074" cy="5490524"/>
          </a:xfrm>
          <a:prstGeom prst="rect">
            <a:avLst/>
          </a:prstGeo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rtlCol="0"/>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rtlCol="0"/>
          <a:lstStyle/>
          <a:p>
            <a:pPr rtl="0"/>
            <a:r>
              <a:rPr lang="en-US"/>
              <a:t>17/09/2025</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rtlCol="0"/>
          <a:lstStyle/>
          <a:p>
            <a:pPr rtl="0"/>
            <a:fld id="{AEAA3239-9EA4-4A65-A281-97F994456D9F}" type="slidenum">
              <a:rPr lang="en-US" smtClean="0"/>
              <a:t/>
            </a:fld>
            <a:endParaRPr lang="en-US"/>
          </a:p>
        </p:txBody>
      </p:sp>
      <p:sp>
        <p:nvSpPr>
          <p:cNvPr id="7" name="Retângulo 6">
            <a:extLst>
              <a:ext uri="{FF2B5EF4-FFF2-40B4-BE49-F238E27FC236}">
                <a16:creationId xmlns:a16="http://schemas.microsoft.com/office/drawing/2014/main" id="{CB922775-D819-CE59-81DF-9A22F9309472}"/>
              </a:ext>
            </a:extLst>
          </p:cNvPr>
          <p:cNvSpPr/>
          <p:nvPr/>
        </p:nvSpPr>
        <p:spPr>
          <a:xfrm>
            <a:off x="4017310" y="565607"/>
            <a:ext cx="817469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tângulo 9">
            <a:extLst>
              <a:ext uri="{FF2B5EF4-FFF2-40B4-BE49-F238E27FC236}">
                <a16:creationId xmlns:a16="http://schemas.microsoft.com/office/drawing/2014/main" id="{7E1D59CA-78A2-7B8F-A9C7-E86B47BEAE5E}"/>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234551579"/>
      </p:ext>
    </p:extLst>
  </p:cSld>
  <p:clrMapOvr>
    <a:masterClrMapping/>
  </p:clrMapOvr>
</p:sldLayout>
</file>

<file path=ppt/slideLayouts/slideLayout_80000021_598EB943.xml><?xml version="1.0" encoding="utf-8"?>
<p:sldLayout xmlns:a="http://schemas.openxmlformats.org/drawingml/2006/main" xmlns:r="http://schemas.openxmlformats.org/officeDocument/2006/relationships" xmlns:p="http://schemas.openxmlformats.org/presentationml/2006/main" preserve="1">
  <p:cSld name="Conteúdo com Imagem">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962523" y="1016956"/>
            <a:ext cx="6696076" cy="731520"/>
          </a:xfrm>
          <a:prstGeom prst="rect">
            <a:avLst/>
          </a:prstGeom>
        </p:spPr>
        <p:txBody>
          <a:bodyPr rtlCol="0" anchor="t"/>
          <a:lstStyle>
            <a:lvl1pPr>
              <a:defRPr cap="all" baseline="0"/>
            </a:lvl1pPr>
          </a:lstStyle>
          <a:p>
            <a:pPr rtl="0"/>
            <a:r>
              <a:rPr lang="pt-br"/>
              <a:t>Clique para editar o estilo de título Mestre</a:t>
            </a:r>
          </a:p>
        </p:txBody>
      </p:sp>
      <p:sp>
        <p:nvSpPr>
          <p:cNvPr id="38" name="Espaço Reservado para Imagem 37">
            <a:extLst>
              <a:ext uri="{FF2B5EF4-FFF2-40B4-BE49-F238E27FC236}">
                <a16:creationId xmlns:a16="http://schemas.microsoft.com/office/drawing/2014/main" id="{99EF452C-FB1E-E93B-DCC5-1D98DE017953}"/>
              </a:ext>
            </a:extLst>
          </p:cNvPr>
          <p:cNvSpPr>
            <a:spLocks noGrp="1"/>
          </p:cNvSpPr>
          <p:nvPr>
            <p:ph type="pic" sz="quarter" idx="13" hasCustomPrompt="1"/>
          </p:nvPr>
        </p:nvSpPr>
        <p:spPr>
          <a:xfrm>
            <a:off x="0"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818B74D6-CD72-B859-C229-60DB988B25E3}"/>
              </a:ext>
            </a:extLst>
          </p:cNvPr>
          <p:cNvSpPr>
            <a:spLocks noGrp="1"/>
          </p:cNvSpPr>
          <p:nvPr>
            <p:ph sz="quarter" idx="14"/>
          </p:nvPr>
        </p:nvSpPr>
        <p:spPr>
          <a:xfrm>
            <a:off x="4962523" y="2145668"/>
            <a:ext cx="6689892" cy="4118399"/>
          </a:xfrm>
          <a:prstGeom prst="rect">
            <a:avLst/>
          </a:prstGeo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9" name="Espaço Reservado para Rodapé 8">
            <a:extLst>
              <a:ext uri="{FF2B5EF4-FFF2-40B4-BE49-F238E27FC236}">
                <a16:creationId xmlns:a16="http://schemas.microsoft.com/office/drawing/2014/main" id="{C65BFCB1-FAA8-D03A-3B62-DCB2CF1CA112}"/>
              </a:ext>
            </a:extLst>
          </p:cNvPr>
          <p:cNvSpPr>
            <a:spLocks noGrp="1"/>
          </p:cNvSpPr>
          <p:nvPr>
            <p:ph type="ftr" sz="quarter" idx="16"/>
          </p:nvPr>
        </p:nvSpPr>
        <p:spPr>
          <a:xfrm>
            <a:off x="4964103" y="6477000"/>
            <a:ext cx="4707905" cy="381000"/>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1E742B5C-5438-96A4-4A2A-AE939906F8A4}"/>
              </a:ext>
            </a:extLst>
          </p:cNvPr>
          <p:cNvSpPr>
            <a:spLocks noGrp="1"/>
          </p:cNvSpPr>
          <p:nvPr>
            <p:ph type="dt" sz="half" idx="15"/>
          </p:nvPr>
        </p:nvSpPr>
        <p:spPr>
          <a:xfrm>
            <a:off x="9672013" y="6477000"/>
            <a:ext cx="1329365" cy="381000"/>
          </a:xfrm>
          <a:prstGeom prst="rect">
            <a:avLst/>
          </a:prstGeom>
        </p:spPr>
        <p:txBody>
          <a:bodyPr rtlCol="0"/>
          <a:lstStyle>
            <a:lvl1pPr>
              <a:defRPr>
                <a:solidFill>
                  <a:schemeClr val="tx2"/>
                </a:solidFill>
              </a:defRPr>
            </a:lvl1pPr>
          </a:lstStyle>
          <a:p>
            <a:pPr rtl="0"/>
            <a:r>
              <a:rPr lang="en-US"/>
              <a:t>17/09/2025</a:t>
            </a:r>
          </a:p>
        </p:txBody>
      </p:sp>
      <p:sp>
        <p:nvSpPr>
          <p:cNvPr id="10" name="Espaço Reservado para o Número do Slide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1379" y="6477000"/>
            <a:ext cx="657221" cy="381000"/>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3" name="Forma Livre 2">
            <a:extLst>
              <a:ext uri="{FF2B5EF4-FFF2-40B4-BE49-F238E27FC236}">
                <a16:creationId xmlns:a16="http://schemas.microsoft.com/office/drawing/2014/main" id="{EC16BEA9-7D3A-E34B-4442-F0BFB853F3F8}"/>
              </a:ext>
            </a:extLst>
          </p:cNvPr>
          <p:cNvSpPr/>
          <p:nvPr userDrawn="1"/>
        </p:nvSpPr>
        <p:spPr>
          <a:xfrm>
            <a:off x="4408228"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 name="Retângulo 4">
            <a:extLst>
              <a:ext uri="{FF2B5EF4-FFF2-40B4-BE49-F238E27FC236}">
                <a16:creationId xmlns:a16="http://schemas.microsoft.com/office/drawing/2014/main" id="{A3462211-E1BA-E90A-00F8-E717C7293E42}"/>
              </a:ext>
            </a:extLst>
          </p:cNvPr>
          <p:cNvSpPr/>
          <p:nvPr userDrawn="1"/>
        </p:nvSpPr>
        <p:spPr>
          <a:xfrm>
            <a:off x="-2282"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502525763"/>
      </p:ext>
    </p:extLst>
  </p:cSld>
  <p:clrMapOvr>
    <a:masterClrMapping/>
  </p:clrMapOvr>
</p:sldLayout>
</file>

<file path=ppt/slideLayouts/slideLayout_80000022_49D95E2C.xml><?xml version="1.0" encoding="utf-8"?>
<p:sldLayout xmlns:a="http://schemas.openxmlformats.org/drawingml/2006/main" xmlns:r="http://schemas.openxmlformats.org/officeDocument/2006/relationships" xmlns:p="http://schemas.openxmlformats.org/presentationml/2006/main" preserve="1">
  <p:cSld name="Conteúdo com Imagem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6309821" cy="731520"/>
          </a:xfrm>
          <a:prstGeom prst="rect">
            <a:avLst/>
          </a:prstGeom>
        </p:spPr>
        <p:txBody>
          <a:bodyPr rtlCol="0" anchor="t"/>
          <a:lstStyle>
            <a:lvl1pPr>
              <a:defRPr cap="all" baseline="0"/>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533400" y="2145668"/>
            <a:ext cx="6309695" cy="4058432"/>
          </a:xfrm>
          <a:prstGeom prst="rect">
            <a:avLst/>
          </a:prstGeo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10" name="Espaço Reservado para Rodapé 9">
            <a:extLst>
              <a:ext uri="{FF2B5EF4-FFF2-40B4-BE49-F238E27FC236}">
                <a16:creationId xmlns:a16="http://schemas.microsoft.com/office/drawing/2014/main" id="{4515DEC4-C967-ABFB-73CF-0A90335332A4}"/>
              </a:ext>
            </a:extLst>
          </p:cNvPr>
          <p:cNvSpPr>
            <a:spLocks noGrp="1"/>
          </p:cNvSpPr>
          <p:nvPr>
            <p:ph type="ftr" sz="quarter" idx="16"/>
          </p:nvPr>
        </p:nvSpPr>
        <p:spPr>
          <a:xfrm>
            <a:off x="533400" y="6477000"/>
            <a:ext cx="4809999" cy="381000"/>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9" name="Espaço Reservado para Data 8">
            <a:extLst>
              <a:ext uri="{FF2B5EF4-FFF2-40B4-BE49-F238E27FC236}">
                <a16:creationId xmlns:a16="http://schemas.microsoft.com/office/drawing/2014/main" id="{81177663-FC76-DF36-EEB7-5BE4C6C82F3A}"/>
              </a:ext>
            </a:extLst>
          </p:cNvPr>
          <p:cNvSpPr>
            <a:spLocks noGrp="1"/>
          </p:cNvSpPr>
          <p:nvPr>
            <p:ph type="dt" sz="half" idx="15"/>
          </p:nvPr>
        </p:nvSpPr>
        <p:spPr>
          <a:xfrm>
            <a:off x="5343525" y="6492875"/>
            <a:ext cx="1033596" cy="381001"/>
          </a:xfrm>
          <a:prstGeom prst="rect">
            <a:avLst/>
          </a:prstGeom>
        </p:spPr>
        <p:txBody>
          <a:bodyPr rtlCol="0"/>
          <a:lstStyle>
            <a:lvl1pPr>
              <a:defRPr>
                <a:solidFill>
                  <a:schemeClr val="tx2"/>
                </a:solidFill>
              </a:defRPr>
            </a:lvl1pPr>
          </a:lstStyle>
          <a:p>
            <a:pPr rtl="0"/>
            <a:r>
              <a:rPr lang="en-US"/>
              <a:t>17/09/2025</a:t>
            </a:r>
          </a:p>
        </p:txBody>
      </p:sp>
      <p:sp>
        <p:nvSpPr>
          <p:cNvPr id="12" name="Espaço Reservado para o Número do Slide 11">
            <a:extLst>
              <a:ext uri="{FF2B5EF4-FFF2-40B4-BE49-F238E27FC236}">
                <a16:creationId xmlns:a16="http://schemas.microsoft.com/office/drawing/2014/main" id="{A5A5085F-BE80-B110-AA1F-9DD0919E27D7}"/>
              </a:ext>
            </a:extLst>
          </p:cNvPr>
          <p:cNvSpPr>
            <a:spLocks noGrp="1"/>
          </p:cNvSpPr>
          <p:nvPr>
            <p:ph type="sldNum" sz="quarter" idx="17"/>
          </p:nvPr>
        </p:nvSpPr>
        <p:spPr>
          <a:xfrm>
            <a:off x="6413888" y="6476999"/>
            <a:ext cx="429207" cy="381001"/>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3" name="Espaço Reservado para Imagem 2">
            <a:extLst>
              <a:ext uri="{FF2B5EF4-FFF2-40B4-BE49-F238E27FC236}">
                <a16:creationId xmlns:a16="http://schemas.microsoft.com/office/drawing/2014/main" id="{F5064846-7F19-1A60-FFA5-393438EE39E9}"/>
              </a:ext>
            </a:extLst>
          </p:cNvPr>
          <p:cNvSpPr>
            <a:spLocks noGrp="1"/>
          </p:cNvSpPr>
          <p:nvPr>
            <p:ph type="pic" sz="quarter" idx="13" hasCustomPrompt="1"/>
          </p:nvPr>
        </p:nvSpPr>
        <p:spPr>
          <a:xfrm>
            <a:off x="7791446"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
        <p:nvSpPr>
          <p:cNvPr id="6" name="Retângulo 5">
            <a:extLst>
              <a:ext uri="{FF2B5EF4-FFF2-40B4-BE49-F238E27FC236}">
                <a16:creationId xmlns:a16="http://schemas.microsoft.com/office/drawing/2014/main" id="{B87C63CE-38F9-6D67-7C23-42944811492E}"/>
              </a:ext>
            </a:extLst>
          </p:cNvPr>
          <p:cNvSpPr/>
          <p:nvPr userDrawn="1"/>
        </p:nvSpPr>
        <p:spPr>
          <a:xfrm>
            <a:off x="7789164"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Forma Livre 6">
            <a:extLst>
              <a:ext uri="{FF2B5EF4-FFF2-40B4-BE49-F238E27FC236}">
                <a16:creationId xmlns:a16="http://schemas.microsoft.com/office/drawing/2014/main" id="{E209D7E2-AB21-4057-B204-85F36DA5484C}"/>
              </a:ext>
            </a:extLst>
          </p:cNvPr>
          <p:cNvSpPr/>
          <p:nvPr userDrawn="1"/>
        </p:nvSpPr>
        <p:spPr>
          <a:xfrm>
            <a:off x="645959"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238982188"/>
      </p:ext>
    </p:extLst>
  </p:cSld>
  <p:clrMapOvr>
    <a:masterClrMapping/>
  </p:clrMapOvr>
</p:sldLayout>
</file>

<file path=ppt/slideLayouts/slideLayout_80000023_AB75DC2F.xml><?xml version="1.0" encoding="utf-8"?>
<p:sldLayout xmlns:a="http://schemas.openxmlformats.org/drawingml/2006/main" xmlns:r="http://schemas.openxmlformats.org/officeDocument/2006/relationships" xmlns:p="http://schemas.openxmlformats.org/presentationml/2006/main" preserve="1">
  <p:cSld name="Conteúdo com Imagem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632163" y="1016955"/>
            <a:ext cx="7026437" cy="731520"/>
          </a:xfrm>
          <a:prstGeom prst="rect">
            <a:avLst/>
          </a:prstGeom>
        </p:spPr>
        <p:txBody>
          <a:bodyPr rtlCol="0" anchor="t"/>
          <a:lstStyle>
            <a:lvl1pPr>
              <a:defRPr cap="all" baseline="0"/>
            </a:lvl1pPr>
          </a:lstStyle>
          <a:p>
            <a:pPr rtl="0"/>
            <a:r>
              <a:rPr lang="pt-br"/>
              <a:t>Clique para editar o estilo de título Mestre</a:t>
            </a:r>
          </a:p>
        </p:txBody>
      </p:sp>
      <p:sp>
        <p:nvSpPr>
          <p:cNvPr id="38" name="Espaço Reservado para Imagem 37">
            <a:extLst>
              <a:ext uri="{FF2B5EF4-FFF2-40B4-BE49-F238E27FC236}">
                <a16:creationId xmlns:a16="http://schemas.microsoft.com/office/drawing/2014/main" id="{87476243-EB8F-9EFF-F789-0088ABBB0FBF}"/>
              </a:ext>
            </a:extLst>
          </p:cNvPr>
          <p:cNvSpPr>
            <a:spLocks noGrp="1"/>
          </p:cNvSpPr>
          <p:nvPr>
            <p:ph type="pic" sz="quarter" idx="13" hasCustomPrompt="1"/>
          </p:nvPr>
        </p:nvSpPr>
        <p:spPr>
          <a:xfrm>
            <a:off x="0"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818B74D6-CD72-B859-C229-60DB988B25E3}"/>
              </a:ext>
            </a:extLst>
          </p:cNvPr>
          <p:cNvSpPr>
            <a:spLocks noGrp="1"/>
          </p:cNvSpPr>
          <p:nvPr>
            <p:ph sz="quarter" idx="14"/>
          </p:nvPr>
        </p:nvSpPr>
        <p:spPr>
          <a:xfrm>
            <a:off x="4632168" y="2145668"/>
            <a:ext cx="7026432" cy="4077331"/>
          </a:xfrm>
          <a:prstGeom prst="rect">
            <a:avLst/>
          </a:prstGeo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4" name="Espaço Reservado para Rodapé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7" y="6477000"/>
            <a:ext cx="5426231" cy="381000"/>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3" name="Espaço Reservado para Data 2">
            <a:extLst>
              <a:ext uri="{FF2B5EF4-FFF2-40B4-BE49-F238E27FC236}">
                <a16:creationId xmlns:a16="http://schemas.microsoft.com/office/drawing/2014/main" id="{F0BFB53A-8FDF-F131-DCF2-D7BECE95381F}"/>
              </a:ext>
            </a:extLst>
          </p:cNvPr>
          <p:cNvSpPr>
            <a:spLocks noGrp="1"/>
          </p:cNvSpPr>
          <p:nvPr>
            <p:ph type="dt" sz="half" idx="15"/>
          </p:nvPr>
        </p:nvSpPr>
        <p:spPr>
          <a:xfrm>
            <a:off x="10058404" y="6477000"/>
            <a:ext cx="942970" cy="381000"/>
          </a:xfrm>
          <a:prstGeom prst="rect">
            <a:avLst/>
          </a:prstGeom>
        </p:spPr>
        <p:txBody>
          <a:bodyPr rtlCol="0"/>
          <a:lstStyle>
            <a:lvl1pPr>
              <a:defRPr>
                <a:solidFill>
                  <a:schemeClr val="tx2"/>
                </a:solidFill>
              </a:defRPr>
            </a:lvl1pPr>
          </a:lstStyle>
          <a:p>
            <a:pPr rtl="0"/>
            <a:r>
              <a:rPr lang="en-US"/>
              <a:t>17/09/2025</a:t>
            </a:r>
          </a:p>
        </p:txBody>
      </p:sp>
      <p:sp>
        <p:nvSpPr>
          <p:cNvPr id="9" name="Espaço Reservado para o Número do Slide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1374" y="6477000"/>
            <a:ext cx="657226" cy="381000"/>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5" name="Forma Livre 4">
            <a:extLst>
              <a:ext uri="{FF2B5EF4-FFF2-40B4-BE49-F238E27FC236}">
                <a16:creationId xmlns:a16="http://schemas.microsoft.com/office/drawing/2014/main" id="{ECF4FA5C-D406-8202-9143-DAEA62C5C872}"/>
              </a:ext>
            </a:extLst>
          </p:cNvPr>
          <p:cNvSpPr/>
          <p:nvPr userDrawn="1"/>
        </p:nvSpPr>
        <p:spPr>
          <a:xfrm>
            <a:off x="0"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6" name="Forma Livre 5">
            <a:extLst>
              <a:ext uri="{FF2B5EF4-FFF2-40B4-BE49-F238E27FC236}">
                <a16:creationId xmlns:a16="http://schemas.microsoft.com/office/drawing/2014/main" id="{082645EB-0315-BBF0-B28C-6A31158DE8D1}"/>
              </a:ext>
            </a:extLst>
          </p:cNvPr>
          <p:cNvSpPr/>
          <p:nvPr userDrawn="1"/>
        </p:nvSpPr>
        <p:spPr>
          <a:xfrm>
            <a:off x="3997235"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876628015"/>
      </p:ext>
    </p:extLst>
  </p:cSld>
  <p:clrMapOvr>
    <a:masterClrMapping/>
  </p:clrMapOvr>
</p:sldLayout>
</file>

<file path=ppt/slideLayouts/slideLayout_80000024_1A56DA12.xml><?xml version="1.0" encoding="utf-8"?>
<p:sldLayout xmlns:a="http://schemas.openxmlformats.org/drawingml/2006/main" xmlns:r="http://schemas.openxmlformats.org/officeDocument/2006/relationships" xmlns:p="http://schemas.openxmlformats.org/presentationml/2006/main" preserve="1">
  <p:cSld name="Conteúdo com Imagem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6858000" cy="731519"/>
          </a:xfrm>
          <a:prstGeom prst="rect">
            <a:avLst/>
          </a:prstGeom>
        </p:spPr>
        <p:txBody>
          <a:bodyPr rtlCol="0" anchor="t"/>
          <a:lstStyle>
            <a:lvl1pPr>
              <a:defRPr cap="all" baseline="0"/>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533401" y="2145668"/>
            <a:ext cx="6858000" cy="4093526"/>
          </a:xfrm>
          <a:prstGeom prst="rect">
            <a:avLst/>
          </a:prstGeo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9" name="Espaço Reservado para Rodapé 8">
            <a:extLst>
              <a:ext uri="{FF2B5EF4-FFF2-40B4-BE49-F238E27FC236}">
                <a16:creationId xmlns:a16="http://schemas.microsoft.com/office/drawing/2014/main" id="{820916D3-99FA-E971-607F-14E290E58854}"/>
              </a:ext>
            </a:extLst>
          </p:cNvPr>
          <p:cNvSpPr>
            <a:spLocks noGrp="1"/>
          </p:cNvSpPr>
          <p:nvPr>
            <p:ph type="ftr" sz="quarter" idx="16"/>
          </p:nvPr>
        </p:nvSpPr>
        <p:spPr>
          <a:xfrm>
            <a:off x="533401" y="6464300"/>
            <a:ext cx="5366715" cy="399514"/>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9F3CAD5B-18BB-E21E-3A4C-7BAACB8519A4}"/>
              </a:ext>
            </a:extLst>
          </p:cNvPr>
          <p:cNvSpPr>
            <a:spLocks noGrp="1"/>
          </p:cNvSpPr>
          <p:nvPr>
            <p:ph type="dt" sz="half" idx="15"/>
          </p:nvPr>
        </p:nvSpPr>
        <p:spPr>
          <a:xfrm>
            <a:off x="5900115" y="6464300"/>
            <a:ext cx="929303" cy="399514"/>
          </a:xfrm>
          <a:prstGeom prst="rect">
            <a:avLst/>
          </a:prstGeom>
        </p:spPr>
        <p:txBody>
          <a:bodyPr rtlCol="0"/>
          <a:lstStyle>
            <a:lvl1pPr>
              <a:defRPr>
                <a:solidFill>
                  <a:schemeClr val="tx2"/>
                </a:solidFill>
              </a:defRPr>
            </a:lvl1pPr>
          </a:lstStyle>
          <a:p>
            <a:pPr rtl="0"/>
            <a:r>
              <a:rPr lang="en-US"/>
              <a:t>17/09/2025</a:t>
            </a:r>
          </a:p>
        </p:txBody>
      </p:sp>
      <p:sp>
        <p:nvSpPr>
          <p:cNvPr id="10" name="Espaço Reservado para o Número do Slide 9">
            <a:extLst>
              <a:ext uri="{FF2B5EF4-FFF2-40B4-BE49-F238E27FC236}">
                <a16:creationId xmlns:a16="http://schemas.microsoft.com/office/drawing/2014/main" id="{BBDEAB8E-8806-A459-E320-4CA2B455BFD7}"/>
              </a:ext>
            </a:extLst>
          </p:cNvPr>
          <p:cNvSpPr>
            <a:spLocks noGrp="1"/>
          </p:cNvSpPr>
          <p:nvPr>
            <p:ph type="sldNum" sz="quarter" idx="17"/>
          </p:nvPr>
        </p:nvSpPr>
        <p:spPr>
          <a:xfrm>
            <a:off x="6829424" y="6464300"/>
            <a:ext cx="561977" cy="399514"/>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6" name="Espaço Reservado para Imagem 5">
            <a:extLst>
              <a:ext uri="{FF2B5EF4-FFF2-40B4-BE49-F238E27FC236}">
                <a16:creationId xmlns:a16="http://schemas.microsoft.com/office/drawing/2014/main" id="{070CE66A-15FE-D8FB-D711-D3BB0755F0D1}"/>
              </a:ext>
            </a:extLst>
          </p:cNvPr>
          <p:cNvSpPr>
            <a:spLocks noGrp="1"/>
          </p:cNvSpPr>
          <p:nvPr>
            <p:ph type="pic" sz="quarter" idx="18" hasCustomPrompt="1"/>
          </p:nvPr>
        </p:nvSpPr>
        <p:spPr>
          <a:xfrm>
            <a:off x="8193866"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
        <p:nvSpPr>
          <p:cNvPr id="3" name="Forma Livre 2">
            <a:extLst>
              <a:ext uri="{FF2B5EF4-FFF2-40B4-BE49-F238E27FC236}">
                <a16:creationId xmlns:a16="http://schemas.microsoft.com/office/drawing/2014/main" id="{E19B021D-A5A3-D515-C491-988160E0708C}"/>
              </a:ext>
            </a:extLst>
          </p:cNvPr>
          <p:cNvSpPr/>
          <p:nvPr userDrawn="1"/>
        </p:nvSpPr>
        <p:spPr>
          <a:xfrm>
            <a:off x="8172447"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 name="Forma Livre 4">
            <a:extLst>
              <a:ext uri="{FF2B5EF4-FFF2-40B4-BE49-F238E27FC236}">
                <a16:creationId xmlns:a16="http://schemas.microsoft.com/office/drawing/2014/main" id="{F6879252-7B61-583A-CF4D-92BF27416ADC}"/>
              </a:ext>
            </a:extLst>
          </p:cNvPr>
          <p:cNvSpPr/>
          <p:nvPr userDrawn="1"/>
        </p:nvSpPr>
        <p:spPr>
          <a:xfrm>
            <a:off x="633137"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441899538"/>
      </p:ext>
    </p:extLst>
  </p:cSld>
  <p:clrMapOvr>
    <a:masterClrMapping/>
  </p:clrMapOvr>
</p:sldLayout>
</file>

<file path=ppt/slideLayouts/slideLayout_80000025_B0D70F49.xml><?xml version="1.0" encoding="utf-8"?>
<p:sldLayout xmlns:a="http://schemas.openxmlformats.org/drawingml/2006/main" xmlns:r="http://schemas.openxmlformats.org/officeDocument/2006/relationships" xmlns:p="http://schemas.openxmlformats.org/presentationml/2006/main" preserve="1">
  <p:cSld name="Conteúdo com Imagem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229478" y="1016955"/>
            <a:ext cx="4429122" cy="1328932"/>
          </a:xfrm>
          <a:prstGeom prst="rect">
            <a:avLst/>
          </a:prstGeom>
        </p:spPr>
        <p:txBody>
          <a:bodyPr rtlCol="0" anchor="b">
            <a:normAutofit/>
          </a:bodyPr>
          <a:lstStyle>
            <a:lvl1pPr>
              <a:defRPr sz="3600" cap="all" baseline="0"/>
            </a:lvl1pPr>
          </a:lstStyle>
          <a:p>
            <a:pPr rtl="0"/>
            <a:r>
              <a:rPr lang="pt-br"/>
              <a:t>Clique para editar o estilo de título Mestre</a:t>
            </a: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6383"/>
            <a:ext cx="6492240" cy="6858000"/>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7FF0220E-48F8-B4D9-19DE-7B457C3C221C}"/>
              </a:ext>
            </a:extLst>
          </p:cNvPr>
          <p:cNvSpPr>
            <a:spLocks noGrp="1"/>
          </p:cNvSpPr>
          <p:nvPr>
            <p:ph sz="quarter" idx="14"/>
          </p:nvPr>
        </p:nvSpPr>
        <p:spPr>
          <a:xfrm>
            <a:off x="7229478" y="2495233"/>
            <a:ext cx="4429121" cy="3727767"/>
          </a:xfrm>
          <a:prstGeom prst="rect">
            <a:avLst/>
          </a:prstGeo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7229479" y="6477000"/>
            <a:ext cx="2828920" cy="381000"/>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10058404" y="6477000"/>
            <a:ext cx="942976" cy="381000"/>
          </a:xfrm>
          <a:prstGeom prst="rect">
            <a:avLst/>
          </a:prstGeom>
        </p:spPr>
        <p:txBody>
          <a:bodyPr rtlCol="0"/>
          <a:lstStyle>
            <a:lvl1pPr>
              <a:defRPr>
                <a:solidFill>
                  <a:schemeClr val="tx2"/>
                </a:solidFill>
                <a:effectLst/>
              </a:defRPr>
            </a:lvl1pPr>
          </a:lstStyle>
          <a:p>
            <a:pPr rtl="0"/>
            <a:r>
              <a:rPr lang="en-US"/>
              <a:t>17/09/2025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9" y="6477000"/>
            <a:ext cx="657221" cy="381000"/>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63" name="Forma Livre 62">
            <a:extLst>
              <a:ext uri="{FF2B5EF4-FFF2-40B4-BE49-F238E27FC236}">
                <a16:creationId xmlns:a16="http://schemas.microsoft.com/office/drawing/2014/main" id="{7A28C34C-6E29-8131-3040-4DAF8132CA12}"/>
              </a:ext>
            </a:extLst>
          </p:cNvPr>
          <p:cNvSpPr/>
          <p:nvPr/>
        </p:nvSpPr>
        <p:spPr>
          <a:xfrm>
            <a:off x="6487084"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966884169"/>
      </p:ext>
    </p:extLst>
  </p:cSld>
  <p:clrMapOvr>
    <a:masterClrMapping/>
  </p:clrMapOvr>
</p:sldLayout>
</file>

<file path=ppt/slideLayouts/slideLayout_80000026_988BCD12.xml><?xml version="1.0" encoding="utf-8"?>
<p:sldLayout xmlns:a="http://schemas.openxmlformats.org/drawingml/2006/main" xmlns:r="http://schemas.openxmlformats.org/officeDocument/2006/relationships" xmlns:p="http://schemas.openxmlformats.org/presentationml/2006/main" preserve="1">
  <p:cSld name="Conteúdo com Imagem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4573438" cy="1328932"/>
          </a:xfrm>
          <a:prstGeom prst="rect">
            <a:avLst/>
          </a:prstGeom>
        </p:spPr>
        <p:txBody>
          <a:bodyPr rtlCol="0" anchor="t">
            <a:noAutofit/>
          </a:bodyPr>
          <a:lstStyle>
            <a:lvl1pPr>
              <a:defRPr sz="3600" cap="all" baseline="0">
                <a:solidFill>
                  <a:schemeClr val="tx2"/>
                </a:solidFill>
              </a:defRPr>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747AED59-1A26-9C13-8482-7857E7DEFE52}"/>
              </a:ext>
            </a:extLst>
          </p:cNvPr>
          <p:cNvSpPr>
            <a:spLocks noGrp="1"/>
          </p:cNvSpPr>
          <p:nvPr>
            <p:ph sz="quarter" idx="14"/>
          </p:nvPr>
        </p:nvSpPr>
        <p:spPr>
          <a:xfrm>
            <a:off x="533401" y="2495232"/>
            <a:ext cx="4573438" cy="3727767"/>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2921550" cy="381000"/>
          </a:xfrm>
          <a:prstGeom prst="rect">
            <a:avLst/>
          </a:prstGeom>
        </p:spPr>
        <p:txBody>
          <a:bodyPr rtlCol="0"/>
          <a:lstStyle>
            <a:lvl1pPr>
              <a:defRPr>
                <a:solidFill>
                  <a:schemeClr val="tx2"/>
                </a:solidFill>
                <a:effectLst/>
              </a:defRPr>
            </a:lvl1pPr>
          </a:lstStyle>
          <a:p>
            <a:pPr rtl="0"/>
            <a:r>
              <a:rPr lang="pt-br"/>
              <a:t>Título da apresentação</a:t>
            </a:r>
            <a:endParaRPr lang="en-US"/>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3454946" y="6477000"/>
            <a:ext cx="1100995" cy="381000"/>
          </a:xfrm>
          <a:prstGeom prst="rect">
            <a:avLst/>
          </a:prstGeom>
        </p:spPr>
        <p:txBody>
          <a:bodyPr rtlCol="0"/>
          <a:lstStyle>
            <a:lvl1pPr>
              <a:defRPr>
                <a:solidFill>
                  <a:schemeClr val="tx2"/>
                </a:solidFill>
              </a:defRPr>
            </a:lvl1pPr>
          </a:lstStyle>
          <a:p>
            <a:pPr rtl="0"/>
            <a:r>
              <a:rPr lang="en-US"/>
              <a:t>17/09/2025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4553312" y="6477000"/>
            <a:ext cx="552253" cy="381000"/>
          </a:xfrm>
          <a:prstGeom prst="rect">
            <a:avLst/>
          </a:prstGeom>
        </p:spPr>
        <p:txBody>
          <a:bodyPr rtlCol="0"/>
          <a:lstStyle>
            <a:lvl1pPr>
              <a:defRPr>
                <a:solidFill>
                  <a:schemeClr val="tx2"/>
                </a:solidFill>
                <a:effectLst/>
              </a:defRPr>
            </a:lvl1pPr>
          </a:lstStyle>
          <a:p>
            <a:pPr rtl="0"/>
            <a:fld id="{AEAA3239-9EA4-4A65-A281-97F994456D9F}" type="slidenum">
              <a:rPr lang="en-US" smtClean="0"/>
              <a:pPr/>
              <a:t/>
            </a:fld>
            <a:endParaRPr lang="en-US"/>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pt-br"/>
              <a:t> </a:t>
            </a:r>
          </a:p>
        </p:txBody>
      </p:sp>
      <p:sp>
        <p:nvSpPr>
          <p:cNvPr id="3" name="Forma Livre 2">
            <a:extLst>
              <a:ext uri="{FF2B5EF4-FFF2-40B4-BE49-F238E27FC236}">
                <a16:creationId xmlns:a16="http://schemas.microsoft.com/office/drawing/2014/main" id="{103B3571-8BEB-7B5F-5141-60BE7E4F2B98}"/>
              </a:ext>
            </a:extLst>
          </p:cNvPr>
          <p:cNvSpPr/>
          <p:nvPr userDrawn="1"/>
        </p:nvSpPr>
        <p:spPr>
          <a:xfrm>
            <a:off x="631405"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559298834"/>
      </p:ext>
    </p:extLst>
  </p:cSld>
  <p:clrMapOvr>
    <a:masterClrMapping/>
  </p:clrMapOvr>
</p:sldLayout>
</file>

<file path=ppt/slideLayouts/slideLayout_80000027_901A1892.xml><?xml version="1.0" encoding="utf-8"?>
<p:sldLayout xmlns:a="http://schemas.openxmlformats.org/drawingml/2006/main" xmlns:r="http://schemas.openxmlformats.org/officeDocument/2006/relationships" xmlns:p="http://schemas.openxmlformats.org/presentationml/2006/main" preserve="1">
  <p:cSld name="Conteúdo com Imagem 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212662" y="1016955"/>
            <a:ext cx="3445937" cy="1328932"/>
          </a:xfrm>
          <a:prstGeom prst="rect">
            <a:avLst/>
          </a:prstGeom>
        </p:spPr>
        <p:txBody>
          <a:bodyPr rtlCol="0" anchor="t">
            <a:normAutofit/>
          </a:bodyPr>
          <a:lstStyle>
            <a:lvl1pPr>
              <a:defRPr sz="3600" cap="all" baseline="0"/>
            </a:lvl1pPr>
          </a:lstStyle>
          <a:p>
            <a:pPr rtl="0"/>
            <a:r>
              <a:rPr lang="pt-br"/>
              <a:t>Clique para editar o estilo de título Mestre</a:t>
            </a: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pt-br"/>
              <a:t> </a:t>
            </a:r>
          </a:p>
        </p:txBody>
      </p:sp>
      <p:sp>
        <p:nvSpPr>
          <p:cNvPr id="5" name="Espaço Reservado para Conteúdo 7">
            <a:extLst>
              <a:ext uri="{FF2B5EF4-FFF2-40B4-BE49-F238E27FC236}">
                <a16:creationId xmlns:a16="http://schemas.microsoft.com/office/drawing/2014/main" id="{8851C855-D5E5-B064-989B-863B11B75D0B}"/>
              </a:ext>
            </a:extLst>
          </p:cNvPr>
          <p:cNvSpPr>
            <a:spLocks noGrp="1"/>
          </p:cNvSpPr>
          <p:nvPr>
            <p:ph sz="quarter" idx="18"/>
          </p:nvPr>
        </p:nvSpPr>
        <p:spPr>
          <a:xfrm>
            <a:off x="8212663" y="2495232"/>
            <a:ext cx="3445936" cy="3727767"/>
          </a:xfrm>
          <a:prstGeom prst="rect">
            <a:avLst/>
          </a:prstGeom>
        </p:spPr>
        <p:txBody>
          <a:bodyPr rtlCol="0"/>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9" name="Espaço Reservado para Rodapé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477000"/>
            <a:ext cx="2012061" cy="381000"/>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477000"/>
            <a:ext cx="922372" cy="381000"/>
          </a:xfrm>
          <a:prstGeom prst="rect">
            <a:avLst/>
          </a:prstGeom>
        </p:spPr>
        <p:txBody>
          <a:bodyPr rtlCol="0"/>
          <a:lstStyle>
            <a:lvl1pPr>
              <a:defRPr>
                <a:solidFill>
                  <a:schemeClr val="tx2"/>
                </a:solidFill>
              </a:defRPr>
            </a:lvl1pPr>
          </a:lstStyle>
          <a:p>
            <a:pPr rtl="0"/>
            <a:r>
              <a:rPr lang="en-US"/>
              <a:t>17/09/2025</a:t>
            </a:r>
          </a:p>
        </p:txBody>
      </p:sp>
      <p:sp>
        <p:nvSpPr>
          <p:cNvPr id="10" name="Espaço Reservado para o Número do Slide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477000"/>
            <a:ext cx="511504" cy="381000"/>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6" name="Forma Livre 5">
            <a:extLst>
              <a:ext uri="{FF2B5EF4-FFF2-40B4-BE49-F238E27FC236}">
                <a16:creationId xmlns:a16="http://schemas.microsoft.com/office/drawing/2014/main" id="{7B50E9EA-081E-416A-00DA-0B2838C4BC29}"/>
              </a:ext>
            </a:extLst>
          </p:cNvPr>
          <p:cNvSpPr/>
          <p:nvPr/>
        </p:nvSpPr>
        <p:spPr>
          <a:xfrm>
            <a:off x="7584144" y="570989"/>
            <a:ext cx="4074456" cy="64011"/>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417629330"/>
      </p:ext>
    </p:extLst>
  </p:cSld>
  <p:clrMapOvr>
    <a:masterClrMapping/>
  </p:clrMapOvr>
</p:sldLayout>
</file>

<file path=ppt/slideLayouts/slideLayout_80000028_F987EF1F.xml><?xml version="1.0" encoding="utf-8"?>
<p:sldLayout xmlns:a="http://schemas.openxmlformats.org/drawingml/2006/main" xmlns:r="http://schemas.openxmlformats.org/officeDocument/2006/relationships" xmlns:p="http://schemas.openxmlformats.org/presentationml/2006/main" preserve="1">
  <p:cSld name="Conteúdo com Imagem 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275" y="1016955"/>
            <a:ext cx="3445936" cy="1328932"/>
          </a:xfrm>
          <a:prstGeom prst="rect">
            <a:avLst/>
          </a:prstGeom>
        </p:spPr>
        <p:txBody>
          <a:bodyPr rtlCol="0" anchor="t">
            <a:normAutofit/>
          </a:bodyPr>
          <a:lstStyle>
            <a:lvl1pPr>
              <a:defRPr sz="3600" cap="all" baseline="0">
                <a:solidFill>
                  <a:schemeClr val="tx2"/>
                </a:solidFill>
              </a:defRPr>
            </a:lvl1pPr>
          </a:lstStyle>
          <a:p>
            <a:pPr rtl="0"/>
            <a:r>
              <a:rPr lang="pt-br"/>
              <a:t>Clique para editar o estilo de título Mestre</a:t>
            </a:r>
          </a:p>
        </p:txBody>
      </p:sp>
      <p:sp>
        <p:nvSpPr>
          <p:cNvPr id="6" name="Espaço Reservado para Conteúdo 7">
            <a:extLst>
              <a:ext uri="{FF2B5EF4-FFF2-40B4-BE49-F238E27FC236}">
                <a16:creationId xmlns:a16="http://schemas.microsoft.com/office/drawing/2014/main" id="{7056A831-274A-4E01-51DC-29FC50834A4F}"/>
              </a:ext>
            </a:extLst>
          </p:cNvPr>
          <p:cNvSpPr>
            <a:spLocks noGrp="1"/>
          </p:cNvSpPr>
          <p:nvPr>
            <p:ph sz="quarter" idx="18"/>
          </p:nvPr>
        </p:nvSpPr>
        <p:spPr>
          <a:xfrm>
            <a:off x="533400" y="2495232"/>
            <a:ext cx="3445936" cy="3727767"/>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9" name="Espaço Reservado para Rodapé 8">
            <a:extLst>
              <a:ext uri="{FF2B5EF4-FFF2-40B4-BE49-F238E27FC236}">
                <a16:creationId xmlns:a16="http://schemas.microsoft.com/office/drawing/2014/main" id="{B09198F5-FF38-389C-E060-120AC6301809}"/>
              </a:ext>
            </a:extLst>
          </p:cNvPr>
          <p:cNvSpPr>
            <a:spLocks noGrp="1"/>
          </p:cNvSpPr>
          <p:nvPr>
            <p:ph type="ftr" sz="quarter" idx="16"/>
          </p:nvPr>
        </p:nvSpPr>
        <p:spPr>
          <a:xfrm>
            <a:off x="533400" y="6477000"/>
            <a:ext cx="2076777" cy="381000"/>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15305F20-8340-4F06-2EA5-4D05FFED4587}"/>
              </a:ext>
            </a:extLst>
          </p:cNvPr>
          <p:cNvSpPr>
            <a:spLocks noGrp="1"/>
          </p:cNvSpPr>
          <p:nvPr>
            <p:ph type="dt" sz="half" idx="15"/>
          </p:nvPr>
        </p:nvSpPr>
        <p:spPr>
          <a:xfrm>
            <a:off x="2610177" y="6477000"/>
            <a:ext cx="949766" cy="381000"/>
          </a:xfrm>
          <a:prstGeom prst="rect">
            <a:avLst/>
          </a:prstGeom>
        </p:spPr>
        <p:txBody>
          <a:bodyPr rtlCol="0"/>
          <a:lstStyle>
            <a:lvl1pPr>
              <a:defRPr>
                <a:solidFill>
                  <a:schemeClr val="tx2"/>
                </a:solidFill>
              </a:defRPr>
            </a:lvl1pPr>
          </a:lstStyle>
          <a:p>
            <a:pPr rtl="0"/>
            <a:r>
              <a:rPr lang="en-US"/>
              <a:t>17/09/2025</a:t>
            </a:r>
          </a:p>
        </p:txBody>
      </p:sp>
      <p:sp>
        <p:nvSpPr>
          <p:cNvPr id="10" name="Espaço Reservado para o Número do Slide 9">
            <a:extLst>
              <a:ext uri="{FF2B5EF4-FFF2-40B4-BE49-F238E27FC236}">
                <a16:creationId xmlns:a16="http://schemas.microsoft.com/office/drawing/2014/main" id="{4963CA08-6B63-DC1E-8CB3-C323C9040122}"/>
              </a:ext>
            </a:extLst>
          </p:cNvPr>
          <p:cNvSpPr>
            <a:spLocks noGrp="1"/>
          </p:cNvSpPr>
          <p:nvPr>
            <p:ph type="sldNum" sz="quarter" idx="17"/>
          </p:nvPr>
        </p:nvSpPr>
        <p:spPr>
          <a:xfrm>
            <a:off x="3559943" y="6477000"/>
            <a:ext cx="429207" cy="381000"/>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7" name="Espaço Reservado para Imagem 10">
            <a:extLst>
              <a:ext uri="{FF2B5EF4-FFF2-40B4-BE49-F238E27FC236}">
                <a16:creationId xmlns:a16="http://schemas.microsoft.com/office/drawing/2014/main" id="{0BBEF0D8-DF37-CB82-D6FC-4B18E864B26C}"/>
              </a:ext>
            </a:extLst>
          </p:cNvPr>
          <p:cNvSpPr>
            <a:spLocks noGrp="1"/>
          </p:cNvSpPr>
          <p:nvPr>
            <p:ph type="pic" sz="quarter" idx="13" hasCustomPrompt="1"/>
          </p:nvPr>
        </p:nvSpPr>
        <p:spPr>
          <a:xfrm>
            <a:off x="4602979" y="0"/>
            <a:ext cx="7584144" cy="6858000"/>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pt-br"/>
              <a:t> </a:t>
            </a:r>
          </a:p>
        </p:txBody>
      </p:sp>
      <p:sp>
        <p:nvSpPr>
          <p:cNvPr id="3" name="Forma Livre 2">
            <a:extLst>
              <a:ext uri="{FF2B5EF4-FFF2-40B4-BE49-F238E27FC236}">
                <a16:creationId xmlns:a16="http://schemas.microsoft.com/office/drawing/2014/main" id="{8DC2254B-5D42-9D5B-16C8-9FAF562F458A}"/>
              </a:ext>
            </a:extLst>
          </p:cNvPr>
          <p:cNvSpPr/>
          <p:nvPr userDrawn="1"/>
        </p:nvSpPr>
        <p:spPr>
          <a:xfrm>
            <a:off x="615697" y="570989"/>
            <a:ext cx="3987282" cy="64012"/>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4186435359"/>
      </p:ext>
    </p:extLst>
  </p:cSld>
  <p:clrMapOvr>
    <a:masterClrMapping/>
  </p:clrMapOvr>
</p:sldLayout>
</file>

<file path=ppt/slideLayouts/slideLayout_80000029_4F3F189B.xml><?xml version="1.0" encoding="utf-8"?>
<p:sldLayout xmlns:a="http://schemas.openxmlformats.org/drawingml/2006/main" xmlns:r="http://schemas.openxmlformats.org/officeDocument/2006/relationships" xmlns:p="http://schemas.openxmlformats.org/presentationml/2006/main" preserve="1">
  <p:cSld name="Conteúdo com Imagem 9">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888060" y="1016955"/>
            <a:ext cx="2770539" cy="1875475"/>
          </a:xfrm>
          <a:prstGeom prst="rect">
            <a:avLst/>
          </a:prstGeom>
        </p:spPr>
        <p:txBody>
          <a:bodyPr rtlCol="0" anchor="t"/>
          <a:lstStyle>
            <a:lvl1pPr>
              <a:defRPr cap="all" baseline="0">
                <a:solidFill>
                  <a:schemeClr val="tx2"/>
                </a:solidFill>
              </a:defRPr>
            </a:lvl1pPr>
          </a:lstStyle>
          <a:p>
            <a:pPr rtl="0"/>
            <a:r>
              <a:rPr lang="pt-br"/>
              <a:t>Clique para editar o estilo de título Mestre</a:t>
            </a:r>
          </a:p>
        </p:txBody>
      </p:sp>
      <p:sp>
        <p:nvSpPr>
          <p:cNvPr id="10" name="Espaço Reservado para Imagem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pt-br"/>
              <a:t> </a:t>
            </a:r>
          </a:p>
        </p:txBody>
      </p:sp>
      <p:sp>
        <p:nvSpPr>
          <p:cNvPr id="8" name="Espaço Reservado para Conteúdo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769544" cy="28449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477000"/>
            <a:ext cx="1404460" cy="381000"/>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477000"/>
            <a:ext cx="708857" cy="381000"/>
          </a:xfrm>
          <a:prstGeom prst="rect">
            <a:avLst/>
          </a:prstGeom>
        </p:spPr>
        <p:txBody>
          <a:bodyPr rtlCol="0"/>
          <a:lstStyle>
            <a:lvl1pPr>
              <a:defRPr>
                <a:solidFill>
                  <a:schemeClr val="tx2"/>
                </a:solidFill>
                <a:effectLst/>
              </a:defRPr>
            </a:lvl1pPr>
          </a:lstStyle>
          <a:p>
            <a:pPr rtl="0"/>
            <a:r>
              <a:rPr lang="en-US"/>
              <a:t>17/09/2025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6477000"/>
            <a:ext cx="657220" cy="381000"/>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3" name="Forma Livre 2">
            <a:extLst>
              <a:ext uri="{FF2B5EF4-FFF2-40B4-BE49-F238E27FC236}">
                <a16:creationId xmlns:a16="http://schemas.microsoft.com/office/drawing/2014/main" id="{3AEE3D4D-61F7-E7A0-0EB4-DE705A2CAF60}"/>
              </a:ext>
            </a:extLst>
          </p:cNvPr>
          <p:cNvSpPr/>
          <p:nvPr userDrawn="1"/>
        </p:nvSpPr>
        <p:spPr>
          <a:xfrm>
            <a:off x="8326322" y="570989"/>
            <a:ext cx="3332277"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329535131"/>
      </p:ext>
    </p:extLst>
  </p:cSld>
  <p:clrMapOvr>
    <a:masterClrMapping/>
  </p:clrMapOvr>
</p:sldLayout>
</file>

<file path=ppt/slideLayouts/slideLayout_80000030_B0A34C96.xml><?xml version="1.0" encoding="utf-8"?>
<p:sldLayout xmlns:a="http://schemas.openxmlformats.org/drawingml/2006/main" xmlns:r="http://schemas.openxmlformats.org/officeDocument/2006/relationships" xmlns:p="http://schemas.openxmlformats.org/presentationml/2006/main" preserve="1">
  <p:cSld name="Conteúdo com Imagem 1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199" cy="731519"/>
          </a:xfrm>
          <a:prstGeom prst="rect">
            <a:avLst/>
          </a:prstGeom>
        </p:spPr>
        <p:txBody>
          <a:bodyPr rtlCol="0" anchor="t"/>
          <a:lstStyle>
            <a:lvl1pPr>
              <a:defRPr cap="all" baseline="0">
                <a:solidFill>
                  <a:schemeClr val="tx2"/>
                </a:solidFill>
              </a:defRPr>
            </a:lvl1pPr>
          </a:lstStyle>
          <a:p>
            <a:pPr rtl="0"/>
            <a:r>
              <a:rPr lang="pt-br"/>
              <a:t>Clique para editar o estilo de título Mestre</a:t>
            </a:r>
          </a:p>
        </p:txBody>
      </p:sp>
      <p:sp>
        <p:nvSpPr>
          <p:cNvPr id="36" name="Espaço Reservado para Imagem 11">
            <a:extLst>
              <a:ext uri="{FF2B5EF4-FFF2-40B4-BE49-F238E27FC236}">
                <a16:creationId xmlns:a16="http://schemas.microsoft.com/office/drawing/2014/main" id="{61ACD7CC-7A35-CC8D-F7DA-128B795065B1}"/>
              </a:ext>
            </a:extLst>
          </p:cNvPr>
          <p:cNvSpPr>
            <a:spLocks noGrp="1"/>
          </p:cNvSpPr>
          <p:nvPr>
            <p:ph type="pic" sz="quarter" idx="18" hasCustomPrompt="1"/>
          </p:nvPr>
        </p:nvSpPr>
        <p:spPr>
          <a:xfrm>
            <a:off x="0" y="2145668"/>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rtl="0"/>
            <a:r>
              <a:rPr lang="pt-br"/>
              <a:t> </a:t>
            </a:r>
          </a:p>
        </p:txBody>
      </p:sp>
      <p:sp>
        <p:nvSpPr>
          <p:cNvPr id="8" name="Espaço Reservado para Conteúdo 7">
            <a:extLst>
              <a:ext uri="{FF2B5EF4-FFF2-40B4-BE49-F238E27FC236}">
                <a16:creationId xmlns:a16="http://schemas.microsoft.com/office/drawing/2014/main" id="{07755DB3-9272-8E5E-039F-AC14A2C07898}"/>
              </a:ext>
            </a:extLst>
          </p:cNvPr>
          <p:cNvSpPr>
            <a:spLocks noGrp="1"/>
          </p:cNvSpPr>
          <p:nvPr>
            <p:ph sz="quarter" idx="14"/>
          </p:nvPr>
        </p:nvSpPr>
        <p:spPr>
          <a:xfrm>
            <a:off x="6843095" y="2145668"/>
            <a:ext cx="4815505" cy="4190497"/>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9" name="Espaço Reservado para Rodapé 8">
            <a:extLst>
              <a:ext uri="{FF2B5EF4-FFF2-40B4-BE49-F238E27FC236}">
                <a16:creationId xmlns:a16="http://schemas.microsoft.com/office/drawing/2014/main" id="{820916D3-99FA-E971-607F-14E290E58854}"/>
              </a:ext>
            </a:extLst>
          </p:cNvPr>
          <p:cNvSpPr>
            <a:spLocks noGrp="1"/>
          </p:cNvSpPr>
          <p:nvPr>
            <p:ph type="ftr" sz="quarter" idx="16"/>
          </p:nvPr>
        </p:nvSpPr>
        <p:spPr>
          <a:xfrm>
            <a:off x="6843095" y="6492240"/>
            <a:ext cx="3215297" cy="365760"/>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9F3CAD5B-18BB-E21E-3A4C-7BAACB8519A4}"/>
              </a:ext>
            </a:extLst>
          </p:cNvPr>
          <p:cNvSpPr>
            <a:spLocks noGrp="1"/>
          </p:cNvSpPr>
          <p:nvPr>
            <p:ph type="dt" sz="half" idx="15"/>
          </p:nvPr>
        </p:nvSpPr>
        <p:spPr>
          <a:xfrm>
            <a:off x="10058398" y="6492240"/>
            <a:ext cx="942982" cy="365760"/>
          </a:xfrm>
          <a:prstGeom prst="rect">
            <a:avLst/>
          </a:prstGeom>
        </p:spPr>
        <p:txBody>
          <a:bodyPr rtlCol="0"/>
          <a:lstStyle>
            <a:lvl1pPr>
              <a:defRPr>
                <a:solidFill>
                  <a:schemeClr val="tx2"/>
                </a:solidFill>
              </a:defRPr>
            </a:lvl1pPr>
          </a:lstStyle>
          <a:p>
            <a:pPr rtl="0"/>
            <a:r>
              <a:rPr lang="en-US"/>
              <a:t>17/09/2025</a:t>
            </a:r>
          </a:p>
        </p:txBody>
      </p:sp>
      <p:sp>
        <p:nvSpPr>
          <p:cNvPr id="10" name="Espaço Reservado para o Número do Slid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79" y="6492240"/>
            <a:ext cx="657221" cy="365760"/>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3" name="Retângulo 2">
            <a:extLst>
              <a:ext uri="{FF2B5EF4-FFF2-40B4-BE49-F238E27FC236}">
                <a16:creationId xmlns:a16="http://schemas.microsoft.com/office/drawing/2014/main" id="{54335081-FA52-F16F-A616-E20DA766DB57}"/>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963491990"/>
      </p:ext>
    </p:extLst>
  </p:cSld>
  <p:clrMapOvr>
    <a:masterClrMapping/>
  </p:clrMapOvr>
</p:sldLayout>
</file>

<file path=ppt/slideLayouts/slideLayout_80000031_A7767541.xml><?xml version="1.0" encoding="utf-8"?>
<p:sldLayout xmlns:a="http://schemas.openxmlformats.org/drawingml/2006/main" xmlns:r="http://schemas.openxmlformats.org/officeDocument/2006/relationships" xmlns:p="http://schemas.openxmlformats.org/presentationml/2006/main" preserve="1">
  <p:cSld name="Conteúdo com Imagem 1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4810129" cy="1269482"/>
          </a:xfrm>
          <a:prstGeom prst="rect">
            <a:avLst/>
          </a:prstGeom>
        </p:spPr>
        <p:txBody>
          <a:bodyPr rtlCol="0" anchor="t">
            <a:noAutofit/>
          </a:bodyPr>
          <a:lstStyle>
            <a:lvl1pPr>
              <a:defRPr sz="3600" cap="all" baseline="0">
                <a:solidFill>
                  <a:schemeClr val="tx2"/>
                </a:solidFill>
              </a:defRPr>
            </a:lvl1pPr>
          </a:lstStyle>
          <a:p>
            <a:pPr rtl="0"/>
            <a:r>
              <a:rPr lang="pt-br"/>
              <a:t>Clique para editar o estilo de título Mestre</a:t>
            </a: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4"/>
            <a:ext cx="4709498" cy="3727766"/>
          </a:xfrm>
          <a:prstGeom prst="rect">
            <a:avLst/>
          </a:prstGeom>
          <a:blipFill dpi="0" rotWithShape="1">
            <a:blip r:embed="rId2">
              <a:alphaModFix amt="60000"/>
            </a:blip>
            <a:srcRect/>
            <a:stretch>
              <a:fillRect/>
            </a:stretch>
          </a:blipFill>
        </p:spPr>
        <p:txBody>
          <a:bodyPr rtlCol="0"/>
          <a:lstStyle>
            <a:lvl1pPr marL="0" indent="0">
              <a:buFont typeface="Arial" panose="020B0604020202020204" pitchFamily="34" charset="0"/>
              <a:buNone/>
              <a:defRPr/>
            </a:lvl1pPr>
          </a:lstStyle>
          <a:p>
            <a:pPr rtl="0"/>
            <a:r>
              <a:rPr lang="pt-br"/>
              <a:t> </a:t>
            </a:r>
          </a:p>
        </p:txBody>
      </p:sp>
      <p:sp>
        <p:nvSpPr>
          <p:cNvPr id="8" name="Espaço Reservado para Conteúdo 7">
            <a:extLst>
              <a:ext uri="{FF2B5EF4-FFF2-40B4-BE49-F238E27FC236}">
                <a16:creationId xmlns:a16="http://schemas.microsoft.com/office/drawing/2014/main" id="{8BAC3300-BF12-B200-9F06-8D5AC45CB7EF}"/>
              </a:ext>
            </a:extLst>
          </p:cNvPr>
          <p:cNvSpPr>
            <a:spLocks noGrp="1"/>
          </p:cNvSpPr>
          <p:nvPr>
            <p:ph sz="quarter" idx="14"/>
          </p:nvPr>
        </p:nvSpPr>
        <p:spPr>
          <a:xfrm>
            <a:off x="5905562" y="1010614"/>
            <a:ext cx="5753037" cy="5212386"/>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6999"/>
            <a:ext cx="8576637" cy="381001"/>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507480"/>
            <a:ext cx="1891338" cy="365760"/>
          </a:xfrm>
          <a:prstGeom prst="rect">
            <a:avLst/>
          </a:prstGeom>
        </p:spPr>
        <p:txBody>
          <a:bodyPr rtlCol="0"/>
          <a:lstStyle>
            <a:lvl1pPr>
              <a:defRPr>
                <a:solidFill>
                  <a:schemeClr val="tx2"/>
                </a:solidFill>
              </a:defRPr>
            </a:lvl1pPr>
          </a:lstStyle>
          <a:p>
            <a:pPr rtl="0"/>
            <a:r>
              <a:rPr lang="en-US"/>
              <a:t>17/09/2025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76999"/>
            <a:ext cx="662624" cy="381001"/>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3" name="Retângulo 2">
            <a:extLst>
              <a:ext uri="{FF2B5EF4-FFF2-40B4-BE49-F238E27FC236}">
                <a16:creationId xmlns:a16="http://schemas.microsoft.com/office/drawing/2014/main" id="{DD765160-0AD1-7CB4-8350-CBCBF4F7DE6D}"/>
              </a:ext>
            </a:extLst>
          </p:cNvPr>
          <p:cNvSpPr/>
          <p:nvPr userDrawn="1"/>
        </p:nvSpPr>
        <p:spPr>
          <a:xfrm>
            <a:off x="634030" y="565606"/>
            <a:ext cx="470949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tângulo 3">
            <a:extLst>
              <a:ext uri="{FF2B5EF4-FFF2-40B4-BE49-F238E27FC236}">
                <a16:creationId xmlns:a16="http://schemas.microsoft.com/office/drawing/2014/main" id="{6B0551DE-1F1F-2C48-CB34-005587707E99}"/>
              </a:ext>
            </a:extLst>
          </p:cNvPr>
          <p:cNvSpPr/>
          <p:nvPr userDrawn="1"/>
        </p:nvSpPr>
        <p:spPr>
          <a:xfrm>
            <a:off x="5345730" y="565605"/>
            <a:ext cx="684627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809558337"/>
      </p:ext>
    </p:extLst>
  </p:cSld>
  <p:clrMapOvr>
    <a:masterClrMapping/>
  </p:clrMapOvr>
</p:sldLayout>
</file>

<file path=ppt/slideLayouts/slideLayout_80000032_B7446B2.xml><?xml version="1.0" encoding="utf-8"?>
<p:sldLayout xmlns:a="http://schemas.openxmlformats.org/drawingml/2006/main" xmlns:r="http://schemas.openxmlformats.org/officeDocument/2006/relationships" xmlns:p="http://schemas.openxmlformats.org/presentationml/2006/main" preserve="1">
  <p:cSld name="Conteúdo com Imagem 1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3486153" cy="1316347"/>
          </a:xfrm>
          <a:prstGeom prst="rect">
            <a:avLst/>
          </a:prstGeom>
        </p:spPr>
        <p:txBody>
          <a:bodyPr rtlCol="0" anchor="t">
            <a:noAutofit/>
          </a:bodyPr>
          <a:lstStyle>
            <a:lvl1pPr>
              <a:defRPr sz="3600" cap="all" baseline="0">
                <a:solidFill>
                  <a:schemeClr val="tx2"/>
                </a:solidFill>
              </a:defRPr>
            </a:lvl1pPr>
          </a:lstStyle>
          <a:p>
            <a:pPr rtl="0"/>
            <a:r>
              <a:rPr lang="pt-br"/>
              <a:t>Clique para editar o estilo de título Mestre</a:t>
            </a:r>
          </a:p>
        </p:txBody>
      </p:sp>
      <p:sp>
        <p:nvSpPr>
          <p:cNvPr id="11" name="Espaço Reservado para Imagem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3"/>
            <a:ext cx="3385517" cy="3727765"/>
          </a:xfrm>
          <a:prstGeom prst="rect">
            <a:avLst/>
          </a:prstGeom>
          <a:blipFill dpi="0" rotWithShape="1">
            <a:blip r:embed="rId2">
              <a:alphaModFix amt="60000"/>
            </a:blip>
            <a:srcRect/>
            <a:stretch>
              <a:fillRect/>
            </a:stretch>
          </a:blipFill>
        </p:spPr>
        <p:txBody>
          <a:bodyPr rtlCol="0"/>
          <a:lstStyle>
            <a:lvl1pPr marL="0" indent="0">
              <a:buFont typeface="Arial" panose="020B0604020202020204" pitchFamily="34" charset="0"/>
              <a:buNone/>
              <a:defRPr/>
            </a:lvl1pPr>
          </a:lstStyle>
          <a:p>
            <a:pPr rtl="0"/>
            <a:r>
              <a:rPr lang="pt-br"/>
              <a:t> </a:t>
            </a:r>
          </a:p>
        </p:txBody>
      </p:sp>
      <p:sp>
        <p:nvSpPr>
          <p:cNvPr id="8" name="Espaço Reservado para Conteúdo 7">
            <a:extLst>
              <a:ext uri="{FF2B5EF4-FFF2-40B4-BE49-F238E27FC236}">
                <a16:creationId xmlns:a16="http://schemas.microsoft.com/office/drawing/2014/main" id="{83F7B03F-5EDA-605B-1A2E-F48896E48939}"/>
              </a:ext>
            </a:extLst>
          </p:cNvPr>
          <p:cNvSpPr>
            <a:spLocks noGrp="1"/>
          </p:cNvSpPr>
          <p:nvPr>
            <p:ph sz="quarter" idx="14"/>
          </p:nvPr>
        </p:nvSpPr>
        <p:spPr>
          <a:xfrm>
            <a:off x="4576142" y="1016954"/>
            <a:ext cx="7082457" cy="5206045"/>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6" name="Espaço Reservado para Rodapé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5" name="Espaço Reservado para Data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rtlCol="0"/>
          <a:lstStyle>
            <a:lvl1pPr>
              <a:defRPr>
                <a:solidFill>
                  <a:schemeClr val="tx2"/>
                </a:solidFill>
              </a:defRPr>
            </a:lvl1pPr>
          </a:lstStyle>
          <a:p>
            <a:pPr rtl="0"/>
            <a:r>
              <a:rPr lang="en-US"/>
              <a:t>17/09/2025</a:t>
            </a:r>
          </a:p>
        </p:txBody>
      </p:sp>
      <p:sp>
        <p:nvSpPr>
          <p:cNvPr id="7" name="Espaço Reservado para o Número do Slid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3" name="Retângulo 2">
            <a:extLst>
              <a:ext uri="{FF2B5EF4-FFF2-40B4-BE49-F238E27FC236}">
                <a16:creationId xmlns:a16="http://schemas.microsoft.com/office/drawing/2014/main" id="{05CA24FE-7F15-0A35-2050-28F4CE33B91F}"/>
              </a:ext>
            </a:extLst>
          </p:cNvPr>
          <p:cNvSpPr/>
          <p:nvPr userDrawn="1"/>
        </p:nvSpPr>
        <p:spPr>
          <a:xfrm>
            <a:off x="634030" y="565606"/>
            <a:ext cx="3385521"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tângulo 3">
            <a:extLst>
              <a:ext uri="{FF2B5EF4-FFF2-40B4-BE49-F238E27FC236}">
                <a16:creationId xmlns:a16="http://schemas.microsoft.com/office/drawing/2014/main" id="{CC9E0A62-7502-AFE4-4860-6DE00EB6D1D5}"/>
              </a:ext>
            </a:extLst>
          </p:cNvPr>
          <p:cNvSpPr/>
          <p:nvPr userDrawn="1"/>
        </p:nvSpPr>
        <p:spPr>
          <a:xfrm>
            <a:off x="4019547" y="565605"/>
            <a:ext cx="8172453"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92169650"/>
      </p:ext>
    </p:extLst>
  </p:cSld>
  <p:clrMapOvr>
    <a:masterClrMapping/>
  </p:clrMapOvr>
</p:sldLayout>
</file>

<file path=ppt/slideLayouts/slideLayout_80000033_96EE0D41.xml><?xml version="1.0" encoding="utf-8"?>
<p:sldLayout xmlns:a="http://schemas.openxmlformats.org/drawingml/2006/main" xmlns:r="http://schemas.openxmlformats.org/officeDocument/2006/relationships" xmlns:p="http://schemas.openxmlformats.org/presentationml/2006/main" preserve="1" userDrawn="1">
  <p:cSld name="Número Grande">
    <p:bg>
      <p:bgPr>
        <a:solidFill>
          <a:schemeClr val="tx2"/>
        </a:solidFill>
        <a:effectLst/>
      </p:bgPr>
    </p:bg>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4473C94E-2C8E-3F68-4792-D2F9DD866344}"/>
              </a:ext>
            </a:extLst>
          </p:cNvPr>
          <p:cNvSpPr>
            <a:spLocks noGrp="1"/>
          </p:cNvSpPr>
          <p:nvPr>
            <p:ph type="title"/>
          </p:nvPr>
        </p:nvSpPr>
        <p:spPr>
          <a:xfrm>
            <a:off x="3462961" y="5109525"/>
            <a:ext cx="8195638" cy="744634"/>
          </a:xfrm>
        </p:spPr>
        <p:txBody>
          <a:bodyPr rtlCol="0" anchor="b">
            <a:normAutofit/>
          </a:bodyPr>
          <a:lstStyle>
            <a:lvl1pPr>
              <a:defRPr sz="2000" b="1">
                <a:solidFill>
                  <a:schemeClr val="bg1"/>
                </a:solidFill>
              </a:defRPr>
            </a:lvl1pPr>
          </a:lstStyle>
          <a:p>
            <a:pPr rtl="0"/>
            <a:r>
              <a:rPr lang="pt-br"/>
              <a:t>Clique para editar o estilo de título Mestre</a:t>
            </a:r>
          </a:p>
        </p:txBody>
      </p:sp>
      <p:sp>
        <p:nvSpPr>
          <p:cNvPr id="7" name="Espaço Reservado para Conteúdo 6">
            <a:extLst>
              <a:ext uri="{FF2B5EF4-FFF2-40B4-BE49-F238E27FC236}">
                <a16:creationId xmlns:a16="http://schemas.microsoft.com/office/drawing/2014/main" id="{16E6EBA2-EEB8-DB5B-897E-6DAE1530B31E}"/>
              </a:ext>
            </a:extLst>
          </p:cNvPr>
          <p:cNvSpPr>
            <a:spLocks noGrp="1"/>
          </p:cNvSpPr>
          <p:nvPr>
            <p:ph sz="quarter" idx="14" hasCustomPrompt="1"/>
          </p:nvPr>
        </p:nvSpPr>
        <p:spPr>
          <a:xfrm>
            <a:off x="533400" y="533400"/>
            <a:ext cx="11125200" cy="4576763"/>
          </a:xfrm>
        </p:spPr>
        <p:txBody>
          <a:bodyPr rtlCol="0">
            <a:normAutofit/>
          </a:bodyPr>
          <a:lstStyle>
            <a:lvl1pPr marL="0" indent="0">
              <a:buNone/>
              <a:defRPr sz="30000" b="0">
                <a:solidFill>
                  <a:schemeClr val="bg1"/>
                </a:solidFill>
              </a:defRPr>
            </a:lvl1pPr>
          </a:lstStyle>
          <a:p>
            <a:pPr lvl="0" rtl="0"/>
            <a:r>
              <a:rPr lang="pt-br"/>
              <a:t>##%</a:t>
            </a:r>
          </a:p>
        </p:txBody>
      </p:sp>
      <p:sp>
        <p:nvSpPr>
          <p:cNvPr id="4" name="Espaço Reservado para Rodapé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77000"/>
            <a:ext cx="8576637" cy="381001"/>
          </a:xfrm>
          <a:prstGeom prst="rect">
            <a:avLst/>
          </a:prstGeom>
        </p:spPr>
        <p:txBody>
          <a:bodyPr rtlCol="0"/>
          <a:lstStyle>
            <a:lvl1pPr>
              <a:defRPr>
                <a:solidFill>
                  <a:schemeClr val="bg1"/>
                </a:solidFill>
              </a:defRPr>
            </a:lvl1pPr>
          </a:lstStyle>
          <a:p>
            <a:pPr rtl="0"/>
            <a:r>
              <a:rPr lang="pt-br"/>
              <a:t>Título da Apresentação</a:t>
            </a:r>
            <a:endParaRPr lang="en-US"/>
          </a:p>
        </p:txBody>
      </p:sp>
      <p:sp>
        <p:nvSpPr>
          <p:cNvPr id="3" name="Espaço Reservado para Data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77000"/>
            <a:ext cx="1880546" cy="381000"/>
          </a:xfrm>
          <a:prstGeom prst="rect">
            <a:avLst/>
          </a:prstGeom>
        </p:spPr>
        <p:txBody>
          <a:bodyPr rtlCol="0"/>
          <a:lstStyle>
            <a:lvl1pPr>
              <a:defRPr>
                <a:solidFill>
                  <a:schemeClr val="bg1"/>
                </a:solidFill>
              </a:defRPr>
            </a:lvl1pPr>
          </a:lstStyle>
          <a:p>
            <a:pPr rtl="0"/>
            <a:r>
              <a:rPr lang="en-US"/>
              <a:t>17/09/2025</a:t>
            </a:r>
          </a:p>
        </p:txBody>
      </p:sp>
      <p:sp>
        <p:nvSpPr>
          <p:cNvPr id="5" name="Espaço Reservado para o Número do Slide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rtlCol="0"/>
          <a:lstStyle>
            <a:lvl1pPr>
              <a:defRPr>
                <a:solidFill>
                  <a:schemeClr val="bg1"/>
                </a:solidFill>
              </a:defRPr>
            </a:lvl1pPr>
          </a:lstStyle>
          <a:p>
            <a:pPr rtl="0"/>
            <a:fld id="{AEAA3239-9EA4-4A65-A281-97F994456D9F}" type="slidenum">
              <a:rPr lang="en-US" smtClean="0"/>
              <a:pPr/>
              <a:t/>
            </a:fld>
            <a:endParaRPr lang="en-US"/>
          </a:p>
        </p:txBody>
      </p:sp>
      <p:sp>
        <p:nvSpPr>
          <p:cNvPr id="36" name="Retângulo 35">
            <a:extLst>
              <a:ext uri="{FF2B5EF4-FFF2-40B4-BE49-F238E27FC236}">
                <a16:creationId xmlns:a16="http://schemas.microsoft.com/office/drawing/2014/main" id="{CCD9F1A0-57DB-F034-0AB9-2E671ABA4CD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7" name="Retângulo 36">
            <a:extLst>
              <a:ext uri="{FF2B5EF4-FFF2-40B4-BE49-F238E27FC236}">
                <a16:creationId xmlns:a16="http://schemas.microsoft.com/office/drawing/2014/main" id="{66B7340E-9893-2D44-91EA-76771EE522E6}"/>
              </a:ext>
            </a:extLst>
          </p:cNvPr>
          <p:cNvSpPr/>
          <p:nvPr/>
        </p:nvSpPr>
        <p:spPr>
          <a:xfrm>
            <a:off x="3467745" y="6155911"/>
            <a:ext cx="564228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532183361"/>
      </p:ext>
    </p:extLst>
  </p:cSld>
  <p:clrMapOvr>
    <a:masterClrMapping/>
  </p:clrMapOvr>
</p:sldLayout>
</file>

<file path=ppt/slideLayouts/slideLayout_80000034_2F310D1E.xml><?xml version="1.0" encoding="utf-8"?>
<p:sldLayout xmlns:a="http://schemas.openxmlformats.org/drawingml/2006/main" xmlns:r="http://schemas.openxmlformats.org/officeDocument/2006/relationships" xmlns:p="http://schemas.openxmlformats.org/presentationml/2006/main" preserve="1" userDrawn="1">
  <p:cSld name="Número Grand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ítulo 11">
            <a:extLst>
              <a:ext uri="{FF2B5EF4-FFF2-40B4-BE49-F238E27FC236}">
                <a16:creationId xmlns:a16="http://schemas.microsoft.com/office/drawing/2014/main" id="{7598420F-9109-D819-4B18-8ABF253545AF}"/>
              </a:ext>
            </a:extLst>
          </p:cNvPr>
          <p:cNvSpPr>
            <a:spLocks noGrp="1"/>
          </p:cNvSpPr>
          <p:nvPr>
            <p:ph type="title"/>
          </p:nvPr>
        </p:nvSpPr>
        <p:spPr>
          <a:xfrm>
            <a:off x="3462961" y="5109526"/>
            <a:ext cx="8195638" cy="744634"/>
          </a:xfrm>
        </p:spPr>
        <p:txBody>
          <a:bodyPr rtlCol="0" anchor="b">
            <a:normAutofit/>
          </a:bodyPr>
          <a:lstStyle>
            <a:lvl1pPr>
              <a:defRPr sz="2000" b="1"/>
            </a:lvl1pPr>
          </a:lstStyle>
          <a:p>
            <a:pPr rtl="0"/>
            <a:r>
              <a:rPr lang="pt-br"/>
              <a:t>Clique para editar o estilo de título Mestre</a:t>
            </a:r>
          </a:p>
        </p:txBody>
      </p:sp>
      <p:sp>
        <p:nvSpPr>
          <p:cNvPr id="11" name="Espaço Reservado para Conteúdo 10">
            <a:extLst>
              <a:ext uri="{FF2B5EF4-FFF2-40B4-BE49-F238E27FC236}">
                <a16:creationId xmlns:a16="http://schemas.microsoft.com/office/drawing/2014/main" id="{1BEF40F6-4B37-BBD3-E0AD-279A48AF21F3}"/>
              </a:ext>
            </a:extLst>
          </p:cNvPr>
          <p:cNvSpPr>
            <a:spLocks noGrp="1"/>
          </p:cNvSpPr>
          <p:nvPr>
            <p:ph sz="quarter" idx="14" hasCustomPrompt="1"/>
          </p:nvPr>
        </p:nvSpPr>
        <p:spPr>
          <a:xfrm>
            <a:off x="1576388" y="533400"/>
            <a:ext cx="10082212" cy="4535488"/>
          </a:xfrm>
        </p:spPr>
        <p:txBody>
          <a:bodyPr rtlCol="0" anchor="b">
            <a:noAutofit/>
          </a:bodyPr>
          <a:lstStyle>
            <a:lvl1pPr marL="0" indent="0">
              <a:buNone/>
              <a:defRPr sz="30000"/>
            </a:lvl1pPr>
          </a:lstStyle>
          <a:p>
            <a:pPr lvl="0" rtl="0"/>
            <a:r>
              <a:rPr lang="pt-br"/>
              <a:t>##%</a:t>
            </a:r>
          </a:p>
        </p:txBody>
      </p:sp>
      <p:sp>
        <p:nvSpPr>
          <p:cNvPr id="4" name="Espaço Reservado para Rodapé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92241"/>
            <a:ext cx="8576637" cy="365760"/>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3" name="Espaço Reservado para Data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92240"/>
            <a:ext cx="1891338" cy="365760"/>
          </a:xfrm>
          <a:prstGeom prst="rect">
            <a:avLst/>
          </a:prstGeom>
        </p:spPr>
        <p:txBody>
          <a:bodyPr rtlCol="0"/>
          <a:lstStyle>
            <a:lvl1pPr>
              <a:defRPr>
                <a:solidFill>
                  <a:schemeClr val="tx2"/>
                </a:solidFill>
              </a:defRPr>
            </a:lvl1pPr>
          </a:lstStyle>
          <a:p>
            <a:pPr rtl="0"/>
            <a:r>
              <a:rPr lang="en-US"/>
              <a:t>17/09/2025</a:t>
            </a:r>
          </a:p>
        </p:txBody>
      </p:sp>
      <p:sp>
        <p:nvSpPr>
          <p:cNvPr id="5" name="Espaço Reservado para o Número do Slide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9" name="Retângulo 8">
            <a:extLst>
              <a:ext uri="{FF2B5EF4-FFF2-40B4-BE49-F238E27FC236}">
                <a16:creationId xmlns:a16="http://schemas.microsoft.com/office/drawing/2014/main" id="{E839B9B1-5BEF-4F31-6B44-3CB4CD58885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tângulo 9">
            <a:extLst>
              <a:ext uri="{FF2B5EF4-FFF2-40B4-BE49-F238E27FC236}">
                <a16:creationId xmlns:a16="http://schemas.microsoft.com/office/drawing/2014/main" id="{27548359-EFF8-1F42-7DB6-7D93AD66C2F5}"/>
              </a:ext>
            </a:extLst>
          </p:cNvPr>
          <p:cNvSpPr/>
          <p:nvPr/>
        </p:nvSpPr>
        <p:spPr>
          <a:xfrm>
            <a:off x="3467745" y="6155911"/>
            <a:ext cx="564228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791743774"/>
      </p:ext>
    </p:extLst>
  </p:cSld>
  <p:clrMapOvr>
    <a:masterClrMapping/>
  </p:clrMapOvr>
</p:sldLayout>
</file>

<file path=ppt/slideLayouts/slideLayout_80000035_6C982ECE.xml><?xml version="1.0" encoding="utf-8"?>
<p:sldLayout xmlns:a="http://schemas.openxmlformats.org/drawingml/2006/main" xmlns:r="http://schemas.openxmlformats.org/officeDocument/2006/relationships" xmlns:p="http://schemas.openxmlformats.org/presentationml/2006/main" preserve="1" userDrawn="1">
  <p:cSld name="Número Maior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0" name="Título 9">
            <a:extLst>
              <a:ext uri="{FF2B5EF4-FFF2-40B4-BE49-F238E27FC236}">
                <a16:creationId xmlns:a16="http://schemas.microsoft.com/office/drawing/2014/main" id="{3F766B52-229C-C000-F364-4B90D3B58207}"/>
              </a:ext>
            </a:extLst>
          </p:cNvPr>
          <p:cNvSpPr>
            <a:spLocks noGrp="1"/>
          </p:cNvSpPr>
          <p:nvPr>
            <p:ph type="title"/>
          </p:nvPr>
        </p:nvSpPr>
        <p:spPr>
          <a:xfrm>
            <a:off x="533399" y="5503767"/>
            <a:ext cx="8197616" cy="744633"/>
          </a:xfrm>
        </p:spPr>
        <p:txBody>
          <a:bodyPr rtlCol="0" anchor="b">
            <a:normAutofit/>
          </a:bodyPr>
          <a:lstStyle>
            <a:lvl1pPr>
              <a:defRPr sz="2000" b="1"/>
            </a:lvl1pPr>
          </a:lstStyle>
          <a:p>
            <a:pPr rtl="0"/>
            <a:r>
              <a:rPr lang="pt-br"/>
              <a:t>Clique para editar o estilo de título Mestre</a:t>
            </a:r>
          </a:p>
        </p:txBody>
      </p:sp>
      <p:sp>
        <p:nvSpPr>
          <p:cNvPr id="9" name="Espaço Reservado para Conteúdo 8">
            <a:extLst>
              <a:ext uri="{FF2B5EF4-FFF2-40B4-BE49-F238E27FC236}">
                <a16:creationId xmlns:a16="http://schemas.microsoft.com/office/drawing/2014/main" id="{339F166E-4119-CF5D-6537-03CAC7026DAD}"/>
              </a:ext>
            </a:extLst>
          </p:cNvPr>
          <p:cNvSpPr>
            <a:spLocks noGrp="1"/>
          </p:cNvSpPr>
          <p:nvPr>
            <p:ph sz="quarter" idx="14" hasCustomPrompt="1"/>
          </p:nvPr>
        </p:nvSpPr>
        <p:spPr>
          <a:xfrm>
            <a:off x="533400" y="533400"/>
            <a:ext cx="8197850" cy="4535488"/>
          </a:xfrm>
        </p:spPr>
        <p:txBody>
          <a:bodyPr rtlCol="0">
            <a:normAutofit/>
          </a:bodyPr>
          <a:lstStyle>
            <a:lvl1pPr marL="0" indent="0">
              <a:buNone/>
              <a:defRPr sz="25000"/>
            </a:lvl1pPr>
          </a:lstStyle>
          <a:p>
            <a:pPr lvl="0" rtl="0"/>
            <a:r>
              <a:rPr lang="pt-br"/>
              <a:t>##%</a:t>
            </a:r>
          </a:p>
        </p:txBody>
      </p:sp>
      <p:sp>
        <p:nvSpPr>
          <p:cNvPr id="4" name="Espaço Reservado para Rodapé 3">
            <a:extLst>
              <a:ext uri="{FF2B5EF4-FFF2-40B4-BE49-F238E27FC236}">
                <a16:creationId xmlns:a16="http://schemas.microsoft.com/office/drawing/2014/main" id="{C394E47C-0C77-0005-1755-14F7739DF22E}"/>
              </a:ext>
            </a:extLst>
          </p:cNvPr>
          <p:cNvSpPr>
            <a:spLocks noGrp="1"/>
          </p:cNvSpPr>
          <p:nvPr>
            <p:ph type="ftr" sz="quarter" idx="11"/>
          </p:nvPr>
        </p:nvSpPr>
        <p:spPr>
          <a:xfrm>
            <a:off x="533400" y="6477000"/>
            <a:ext cx="5747706" cy="381001"/>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3" name="Espaço Reservado para Data 2">
            <a:extLst>
              <a:ext uri="{FF2B5EF4-FFF2-40B4-BE49-F238E27FC236}">
                <a16:creationId xmlns:a16="http://schemas.microsoft.com/office/drawing/2014/main" id="{4A591E5F-EDEF-7D02-30E6-B960B5E45903}"/>
              </a:ext>
            </a:extLst>
          </p:cNvPr>
          <p:cNvSpPr>
            <a:spLocks noGrp="1"/>
          </p:cNvSpPr>
          <p:nvPr>
            <p:ph type="dt" sz="half" idx="10"/>
          </p:nvPr>
        </p:nvSpPr>
        <p:spPr>
          <a:xfrm>
            <a:off x="6279139" y="6477000"/>
            <a:ext cx="1783858" cy="381000"/>
          </a:xfrm>
          <a:prstGeom prst="rect">
            <a:avLst/>
          </a:prstGeom>
        </p:spPr>
        <p:txBody>
          <a:bodyPr rtlCol="0"/>
          <a:lstStyle>
            <a:lvl1pPr>
              <a:defRPr>
                <a:solidFill>
                  <a:schemeClr val="tx2"/>
                </a:solidFill>
              </a:defRPr>
            </a:lvl1pPr>
          </a:lstStyle>
          <a:p>
            <a:pPr rtl="0"/>
            <a:r>
              <a:rPr lang="en-US"/>
              <a:t>17/09/2025</a:t>
            </a:r>
          </a:p>
        </p:txBody>
      </p:sp>
      <p:sp>
        <p:nvSpPr>
          <p:cNvPr id="5" name="Espaço Reservado para o Número do Slide 4">
            <a:extLst>
              <a:ext uri="{FF2B5EF4-FFF2-40B4-BE49-F238E27FC236}">
                <a16:creationId xmlns:a16="http://schemas.microsoft.com/office/drawing/2014/main" id="{CA0528A9-0729-B0FB-328C-3C96994AAB3C}"/>
              </a:ext>
            </a:extLst>
          </p:cNvPr>
          <p:cNvSpPr>
            <a:spLocks noGrp="1"/>
          </p:cNvSpPr>
          <p:nvPr>
            <p:ph type="sldNum" sz="quarter" idx="12"/>
          </p:nvPr>
        </p:nvSpPr>
        <p:spPr>
          <a:xfrm>
            <a:off x="8068391" y="6492241"/>
            <a:ext cx="662624" cy="365760"/>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32" name="Retângulo 31">
            <a:extLst>
              <a:ext uri="{FF2B5EF4-FFF2-40B4-BE49-F238E27FC236}">
                <a16:creationId xmlns:a16="http://schemas.microsoft.com/office/drawing/2014/main" id="{9B44F338-C24A-72CF-A14A-4F2D72023D14}"/>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Retângulo 5">
            <a:extLst>
              <a:ext uri="{FF2B5EF4-FFF2-40B4-BE49-F238E27FC236}">
                <a16:creationId xmlns:a16="http://schemas.microsoft.com/office/drawing/2014/main" id="{60CA27EA-41C5-29B8-12D6-3E865A8BE203}"/>
              </a:ext>
            </a:extLst>
          </p:cNvPr>
          <p:cNvSpPr/>
          <p:nvPr userDrawn="1"/>
        </p:nvSpPr>
        <p:spPr>
          <a:xfrm>
            <a:off x="9110034" y="0"/>
            <a:ext cx="3081966"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Retângulo 7">
            <a:extLst>
              <a:ext uri="{FF2B5EF4-FFF2-40B4-BE49-F238E27FC236}">
                <a16:creationId xmlns:a16="http://schemas.microsoft.com/office/drawing/2014/main" id="{23853515-1714-73E5-D625-2A609526F7E8}"/>
              </a:ext>
            </a:extLst>
          </p:cNvPr>
          <p:cNvSpPr/>
          <p:nvPr userDrawn="1"/>
        </p:nvSpPr>
        <p:spPr>
          <a:xfrm>
            <a:off x="9110040" y="565606"/>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821912782"/>
      </p:ext>
    </p:extLst>
  </p:cSld>
  <p:clrMapOvr>
    <a:masterClrMapping/>
  </p:clrMapOvr>
</p:sldLayout>
</file>

<file path=ppt/slideLayouts/slideLayout_80000036_D6B1FBB7.xml><?xml version="1.0" encoding="utf-8"?>
<p:sldLayout xmlns:a="http://schemas.openxmlformats.org/drawingml/2006/main" xmlns:r="http://schemas.openxmlformats.org/officeDocument/2006/relationships" xmlns:p="http://schemas.openxmlformats.org/presentationml/2006/main" preserve="1">
  <p:cSld name="Declaração">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rtlCol="0"/>
          <a:lstStyle>
            <a:lvl1pPr>
              <a:defRPr>
                <a:solidFill>
                  <a:schemeClr val="bg1"/>
                </a:solidFill>
                <a:latin typeface="Arial" panose="020B0604020202020204" pitchFamily="34" charset="0"/>
                <a:cs typeface="Arial" panose="020B0604020202020204" pitchFamily="34" charset="0"/>
              </a:defRPr>
            </a:lvl1pPr>
          </a:lstStyle>
          <a:p>
            <a:pPr rtl="0"/>
            <a:r>
              <a:rPr lang="pt-br"/>
              <a:t>Clique para editar o estilo de título Mestre</a:t>
            </a:r>
          </a:p>
        </p:txBody>
      </p:sp>
      <p:sp>
        <p:nvSpPr>
          <p:cNvPr id="7" name="Espaço Reservado para Conteú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6955"/>
            <a:ext cx="11125201" cy="4840285"/>
          </a:xfrm>
          <a:prstGeom prst="rect">
            <a:avLst/>
          </a:prstGeom>
        </p:spPr>
        <p:txBody>
          <a:bodyPr rtlCol="0" anchor="t">
            <a:noAutofit/>
          </a:bodyPr>
          <a:lstStyle>
            <a:lvl1pPr marL="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1pPr>
            <a:lvl2pPr marL="2286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2pPr>
            <a:lvl3pPr marL="4572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3pPr>
            <a:lvl4pPr marL="6858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4pPr>
            <a:lvl5pPr marL="9144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Rodapé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0"/>
            <a:ext cx="8576637" cy="365761"/>
          </a:xfrm>
          <a:prstGeom prst="rect">
            <a:avLst/>
          </a:prstGeom>
        </p:spPr>
        <p:txBody>
          <a:bodyPr rtlCol="0"/>
          <a:lstStyle>
            <a:lvl1pPr>
              <a:defRPr>
                <a:solidFill>
                  <a:schemeClr val="bg2"/>
                </a:solidFill>
              </a:defRPr>
            </a:lvl1pPr>
          </a:lstStyle>
          <a:p>
            <a:pPr rtl="0"/>
            <a:r>
              <a:rPr lang="pt-br"/>
              <a:t>Título da apresentação</a:t>
            </a:r>
          </a:p>
        </p:txBody>
      </p:sp>
      <p:sp>
        <p:nvSpPr>
          <p:cNvPr id="3" name="Espaço Reservado para Data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39"/>
            <a:ext cx="1891338" cy="365761"/>
          </a:xfrm>
          <a:prstGeom prst="rect">
            <a:avLst/>
          </a:prstGeom>
        </p:spPr>
        <p:txBody>
          <a:bodyPr rtlCol="0"/>
          <a:lstStyle>
            <a:lvl1pPr>
              <a:defRPr>
                <a:solidFill>
                  <a:schemeClr val="bg2"/>
                </a:solidFill>
              </a:defRPr>
            </a:lvl1pPr>
          </a:lstStyle>
          <a:p>
            <a:pPr rtl="0"/>
            <a:r>
              <a:rPr lang="en-US"/>
              <a:t>17/09/2025</a:t>
            </a:r>
          </a:p>
        </p:txBody>
      </p:sp>
      <p:sp>
        <p:nvSpPr>
          <p:cNvPr id="5" name="Espaço Reservado para o Número do Slide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95976" y="6492240"/>
            <a:ext cx="662624" cy="365761"/>
          </a:xfrm>
          <a:prstGeom prst="rect">
            <a:avLst/>
          </a:prstGeom>
        </p:spPr>
        <p:txBody>
          <a:bodyPr rtlCol="0"/>
          <a:lstStyle>
            <a:lvl1pPr>
              <a:defRPr>
                <a:solidFill>
                  <a:schemeClr val="bg2"/>
                </a:solidFill>
              </a:defRPr>
            </a:lvl1pPr>
          </a:lstStyle>
          <a:p>
            <a:pPr rtl="0"/>
            <a:fld id="{AEAA3239-9EA4-4A65-A281-97F994456D9F}" type="slidenum">
              <a:rPr lang="en-US" smtClean="0"/>
              <a:pPr/>
              <a:t/>
            </a:fld>
            <a:endParaRPr lang="en-US"/>
          </a:p>
        </p:txBody>
      </p:sp>
      <p:sp>
        <p:nvSpPr>
          <p:cNvPr id="6" name="Retângulo 5">
            <a:extLst>
              <a:ext uri="{FF2B5EF4-FFF2-40B4-BE49-F238E27FC236}">
                <a16:creationId xmlns:a16="http://schemas.microsoft.com/office/drawing/2014/main" id="{F810F272-8DCB-3D9F-8EA6-FBDD6B7DFDA3}"/>
              </a:ext>
            </a:extLst>
          </p:cNvPr>
          <p:cNvSpPr/>
          <p:nvPr userDrawn="1"/>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Retângulo 7">
            <a:extLst>
              <a:ext uri="{FF2B5EF4-FFF2-40B4-BE49-F238E27FC236}">
                <a16:creationId xmlns:a16="http://schemas.microsoft.com/office/drawing/2014/main" id="{F638ED97-EB88-D071-C45A-D0C32569D40D}"/>
              </a:ext>
            </a:extLst>
          </p:cNvPr>
          <p:cNvSpPr/>
          <p:nvPr userDrawn="1"/>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601988535"/>
      </p:ext>
    </p:extLst>
  </p:cSld>
  <p:clrMapOvr>
    <a:overrideClrMapping bg1="dk1" tx1="lt1" bg2="dk2" tx2="lt2" accent1="accent1" accent2="accent2" accent3="accent3" accent4="accent4" accent5="accent5" accent6="accent6" hlink="hlink" folHlink="folHlink"/>
  </p:clrMapOvr>
</p:sldLayout>
</file>

<file path=ppt/slideLayouts/slideLayout_80000037_A732F13F.xml><?xml version="1.0" encoding="utf-8"?>
<p:sldLayout xmlns:a="http://schemas.openxmlformats.org/drawingml/2006/main" xmlns:r="http://schemas.openxmlformats.org/officeDocument/2006/relationships" xmlns:p="http://schemas.openxmlformats.org/presentationml/2006/main" preserve="1">
  <p:cSld name="Declaraçã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rtlCol="0"/>
          <a:lstStyle>
            <a:lvl1pPr>
              <a:defRPr>
                <a:solidFill>
                  <a:schemeClr val="tx1"/>
                </a:solidFill>
              </a:defRPr>
            </a:lvl1pPr>
          </a:lstStyle>
          <a:p>
            <a:pPr rtl="0"/>
            <a:r>
              <a:rPr lang="pt-br"/>
              <a:t>Clique para editar o estilo de título Mestre</a:t>
            </a:r>
          </a:p>
        </p:txBody>
      </p:sp>
      <p:sp>
        <p:nvSpPr>
          <p:cNvPr id="7" name="Espaço Reservado para Conteú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3308"/>
            <a:ext cx="11125201" cy="5204612"/>
          </a:xfrm>
          <a:prstGeom prst="rect">
            <a:avLst/>
          </a:prstGeom>
        </p:spPr>
        <p:txBody>
          <a:bodyPr rtlCol="0" anchor="t">
            <a:normAutofit/>
          </a:bodyPr>
          <a:lstStyle>
            <a:lvl1pPr marL="0" indent="0">
              <a:lnSpc>
                <a:spcPct val="90000"/>
              </a:lnSpc>
              <a:spcBef>
                <a:spcPts val="0"/>
              </a:spcBef>
              <a:buNone/>
              <a:defRPr sz="7200" b="1">
                <a:solidFill>
                  <a:schemeClr val="tx2"/>
                </a:solidFill>
              </a:defRPr>
            </a:lvl1pPr>
            <a:lvl2pPr marL="228600" indent="0">
              <a:lnSpc>
                <a:spcPct val="90000"/>
              </a:lnSpc>
              <a:spcBef>
                <a:spcPts val="0"/>
              </a:spcBef>
              <a:buNone/>
              <a:defRPr sz="7200" b="1">
                <a:solidFill>
                  <a:schemeClr val="tx2"/>
                </a:solidFill>
              </a:defRPr>
            </a:lvl2pPr>
            <a:lvl3pPr marL="457200" indent="0">
              <a:lnSpc>
                <a:spcPct val="90000"/>
              </a:lnSpc>
              <a:spcBef>
                <a:spcPts val="0"/>
              </a:spcBef>
              <a:buNone/>
              <a:defRPr sz="7200" b="1">
                <a:solidFill>
                  <a:schemeClr val="tx2"/>
                </a:solidFill>
              </a:defRPr>
            </a:lvl3pPr>
            <a:lvl4pPr marL="685800" indent="0">
              <a:lnSpc>
                <a:spcPct val="90000"/>
              </a:lnSpc>
              <a:spcBef>
                <a:spcPts val="0"/>
              </a:spcBef>
              <a:buNone/>
              <a:defRPr sz="7200" b="1">
                <a:solidFill>
                  <a:schemeClr val="tx2"/>
                </a:solidFill>
              </a:defRPr>
            </a:lvl4pPr>
            <a:lvl5pPr marL="914400" indent="0">
              <a:lnSpc>
                <a:spcPct val="90000"/>
              </a:lnSpc>
              <a:spcBef>
                <a:spcPts val="0"/>
              </a:spcBef>
              <a:buNone/>
              <a:defRPr sz="7200" b="1">
                <a:solidFill>
                  <a:schemeClr val="tx2"/>
                </a:solidFill>
              </a:defRPr>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0" name="Espaço Reservado para Rodapé 3">
            <a:extLst>
              <a:ext uri="{FF2B5EF4-FFF2-40B4-BE49-F238E27FC236}">
                <a16:creationId xmlns:a16="http://schemas.microsoft.com/office/drawing/2014/main" id="{8BF9C9D6-DA86-3C40-578D-A1E0A226D24A}"/>
              </a:ext>
            </a:extLst>
          </p:cNvPr>
          <p:cNvSpPr>
            <a:spLocks noGrp="1"/>
          </p:cNvSpPr>
          <p:nvPr>
            <p:ph type="ftr" sz="quarter" idx="11"/>
          </p:nvPr>
        </p:nvSpPr>
        <p:spPr>
          <a:xfrm>
            <a:off x="533399" y="6492241"/>
            <a:ext cx="8576637" cy="365760"/>
          </a:xfrm>
          <a:prstGeom prst="rect">
            <a:avLst/>
          </a:prstGeom>
        </p:spPr>
        <p:txBody>
          <a:bodyPr rtlCol="0"/>
          <a:lstStyle/>
          <a:p>
            <a:pPr rtl="0"/>
            <a:r>
              <a:rPr lang="pt-br"/>
              <a:t>Título da apresentação</a:t>
            </a:r>
            <a:endParaRPr lang="en-US"/>
          </a:p>
        </p:txBody>
      </p:sp>
      <p:sp>
        <p:nvSpPr>
          <p:cNvPr id="9" name="Espaço Reservado para Data 2">
            <a:extLst>
              <a:ext uri="{FF2B5EF4-FFF2-40B4-BE49-F238E27FC236}">
                <a16:creationId xmlns:a16="http://schemas.microsoft.com/office/drawing/2014/main" id="{EDDA72D8-8E1B-E9E1-BE77-CAA0A8C269FD}"/>
              </a:ext>
            </a:extLst>
          </p:cNvPr>
          <p:cNvSpPr>
            <a:spLocks noGrp="1"/>
          </p:cNvSpPr>
          <p:nvPr>
            <p:ph type="dt" sz="half" idx="10"/>
          </p:nvPr>
        </p:nvSpPr>
        <p:spPr>
          <a:xfrm>
            <a:off x="9110036" y="6492240"/>
            <a:ext cx="1891337" cy="365760"/>
          </a:xfrm>
          <a:prstGeom prst="rect">
            <a:avLst/>
          </a:prstGeom>
        </p:spPr>
        <p:txBody>
          <a:bodyPr rtlCol="0"/>
          <a:lstStyle/>
          <a:p>
            <a:pPr rtl="0"/>
            <a:r>
              <a:rPr lang="en-US"/>
              <a:t>17/09/2025</a:t>
            </a:r>
          </a:p>
        </p:txBody>
      </p:sp>
      <p:sp>
        <p:nvSpPr>
          <p:cNvPr id="11" name="Espaço Reservado para o Número do Slide 4">
            <a:extLst>
              <a:ext uri="{FF2B5EF4-FFF2-40B4-BE49-F238E27FC236}">
                <a16:creationId xmlns:a16="http://schemas.microsoft.com/office/drawing/2014/main" id="{6CD685AC-8C83-2966-C687-1A563ED4E20A}"/>
              </a:ext>
            </a:extLst>
          </p:cNvPr>
          <p:cNvSpPr>
            <a:spLocks noGrp="1"/>
          </p:cNvSpPr>
          <p:nvPr>
            <p:ph type="sldNum" sz="quarter" idx="12"/>
          </p:nvPr>
        </p:nvSpPr>
        <p:spPr>
          <a:xfrm>
            <a:off x="10995976" y="6492241"/>
            <a:ext cx="662623" cy="365760"/>
          </a:xfrm>
          <a:prstGeom prst="rect">
            <a:avLst/>
          </a:prstGeom>
        </p:spPr>
        <p:txBody>
          <a:bodyPr rtlCol="0"/>
          <a:lstStyle/>
          <a:p>
            <a:pPr rtl="0"/>
            <a:fld id="{AEAA3239-9EA4-4A65-A281-97F994456D9F}" type="slidenum">
              <a:rPr lang="en-US" smtClean="0"/>
              <a:t/>
            </a:fld>
            <a:endParaRPr lang="en-US"/>
          </a:p>
        </p:txBody>
      </p:sp>
      <p:sp>
        <p:nvSpPr>
          <p:cNvPr id="3" name="Retângulo 2">
            <a:extLst>
              <a:ext uri="{FF2B5EF4-FFF2-40B4-BE49-F238E27FC236}">
                <a16:creationId xmlns:a16="http://schemas.microsoft.com/office/drawing/2014/main" id="{16013958-6C87-60CF-9219-2BB1A3A4CCA8}"/>
              </a:ext>
            </a:extLst>
          </p:cNvPr>
          <p:cNvSpPr/>
          <p:nvPr userDrawn="1"/>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tângulo 3">
            <a:extLst>
              <a:ext uri="{FF2B5EF4-FFF2-40B4-BE49-F238E27FC236}">
                <a16:creationId xmlns:a16="http://schemas.microsoft.com/office/drawing/2014/main" id="{7F72B8EA-56EE-EDC6-509C-908732AAD241}"/>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805133631"/>
      </p:ext>
    </p:extLst>
  </p:cSld>
  <p:clrMapOvr>
    <a:masterClrMapping/>
  </p:clrMapOvr>
</p:sldLayout>
</file>

<file path=ppt/slideLayouts/slideLayout_80000038_9F694FB2.xml><?xml version="1.0" encoding="utf-8"?>
<p:sldLayout xmlns:a="http://schemas.openxmlformats.org/drawingml/2006/main" xmlns:r="http://schemas.openxmlformats.org/officeDocument/2006/relationships" xmlns:p="http://schemas.openxmlformats.org/presentationml/2006/main" preserve="1">
  <p:cSld name="Instrução 3">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rtlCol="0"/>
          <a:lstStyle>
            <a:lvl1pPr>
              <a:defRPr>
                <a:solidFill>
                  <a:schemeClr val="tx1"/>
                </a:solidFill>
              </a:defRPr>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533398" y="1016955"/>
            <a:ext cx="11125201" cy="4782312"/>
          </a:xfrm>
          <a:prstGeom prst="rect">
            <a:avLst/>
          </a:prstGeom>
        </p:spPr>
        <p:txBody>
          <a:bodyPr rtlCol="0" anchor="b">
            <a:noAutofit/>
          </a:bodyPr>
          <a:lstStyle>
            <a:lvl1pPr marL="0" indent="0">
              <a:lnSpc>
                <a:spcPct val="90000"/>
              </a:lnSpc>
              <a:spcBef>
                <a:spcPts val="0"/>
              </a:spcBef>
              <a:buNone/>
              <a:defRPr sz="7200" b="1">
                <a:solidFill>
                  <a:schemeClr val="bg1"/>
                </a:solidFill>
              </a:defRPr>
            </a:lvl1pPr>
            <a:lvl2pPr marL="228600" indent="0">
              <a:lnSpc>
                <a:spcPct val="90000"/>
              </a:lnSpc>
              <a:spcBef>
                <a:spcPts val="0"/>
              </a:spcBef>
              <a:buNone/>
              <a:defRPr sz="7200" b="1">
                <a:solidFill>
                  <a:schemeClr val="bg1"/>
                </a:solidFill>
              </a:defRPr>
            </a:lvl2pPr>
            <a:lvl3pPr marL="457200" indent="0">
              <a:lnSpc>
                <a:spcPct val="90000"/>
              </a:lnSpc>
              <a:spcBef>
                <a:spcPts val="0"/>
              </a:spcBef>
              <a:buNone/>
              <a:defRPr sz="7200" b="1">
                <a:solidFill>
                  <a:schemeClr val="bg1"/>
                </a:solidFill>
              </a:defRPr>
            </a:lvl3pPr>
            <a:lvl4pPr marL="685800" indent="0">
              <a:lnSpc>
                <a:spcPct val="90000"/>
              </a:lnSpc>
              <a:spcBef>
                <a:spcPts val="0"/>
              </a:spcBef>
              <a:buNone/>
              <a:defRPr sz="7200" b="1">
                <a:solidFill>
                  <a:schemeClr val="bg1"/>
                </a:solidFill>
              </a:defRPr>
            </a:lvl4pPr>
            <a:lvl5pPr marL="914400" indent="0">
              <a:lnSpc>
                <a:spcPct val="90000"/>
              </a:lnSpc>
              <a:spcBef>
                <a:spcPts val="0"/>
              </a:spcBef>
              <a:buNone/>
              <a:defRPr sz="7200" b="1">
                <a:solidFill>
                  <a:schemeClr val="bg1"/>
                </a:solidFill>
              </a:defRPr>
            </a:lvl5pPr>
          </a:lstStyle>
          <a:p>
            <a:pPr lvl="0" rtl="0"/>
            <a:r>
              <a:rPr lang="pt-br"/>
              <a:t>Clique para adicionar uma instrução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Rodapé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1"/>
            <a:ext cx="8576637" cy="365760"/>
          </a:xfrm>
          <a:prstGeom prst="rect">
            <a:avLst/>
          </a:prstGeom>
        </p:spPr>
        <p:txBody>
          <a:bodyPr rtlCol="0"/>
          <a:lstStyle>
            <a:lvl1pPr>
              <a:defRPr>
                <a:solidFill>
                  <a:schemeClr val="bg1"/>
                </a:solidFill>
              </a:defRPr>
            </a:lvl1pPr>
          </a:lstStyle>
          <a:p>
            <a:pPr rtl="0"/>
            <a:r>
              <a:rPr lang="pt-br"/>
              <a:t>Título da apresentação</a:t>
            </a:r>
            <a:endParaRPr lang="en-US"/>
          </a:p>
        </p:txBody>
      </p:sp>
      <p:sp>
        <p:nvSpPr>
          <p:cNvPr id="3" name="Espaço Reservado para Data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40"/>
            <a:ext cx="1878955" cy="365760"/>
          </a:xfrm>
          <a:prstGeom prst="rect">
            <a:avLst/>
          </a:prstGeom>
        </p:spPr>
        <p:txBody>
          <a:bodyPr rtlCol="0"/>
          <a:lstStyle>
            <a:lvl1pPr>
              <a:defRPr>
                <a:solidFill>
                  <a:schemeClr val="bg1"/>
                </a:solidFill>
              </a:defRPr>
            </a:lvl1pPr>
          </a:lstStyle>
          <a:p>
            <a:pPr rtl="0"/>
            <a:r>
              <a:rPr lang="en-US"/>
              <a:t>17/09/2025</a:t>
            </a:r>
          </a:p>
        </p:txBody>
      </p:sp>
      <p:sp>
        <p:nvSpPr>
          <p:cNvPr id="5" name="Espaço Reservado para o Número do Slide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88996" y="6492241"/>
            <a:ext cx="669603" cy="365760"/>
          </a:xfrm>
          <a:prstGeom prst="rect">
            <a:avLst/>
          </a:prstGeom>
        </p:spPr>
        <p:txBody>
          <a:bodyPr rtlCol="0"/>
          <a:lstStyle>
            <a:lvl1pPr>
              <a:defRPr>
                <a:solidFill>
                  <a:schemeClr val="bg1"/>
                </a:solidFill>
              </a:defRPr>
            </a:lvl1pPr>
          </a:lstStyle>
          <a:p>
            <a:pPr rtl="0"/>
            <a:fld id="{AEAA3239-9EA4-4A65-A281-97F994456D9F}" type="slidenum">
              <a:rPr lang="en-US" smtClean="0"/>
              <a:pPr/>
              <a:t/>
            </a:fld>
            <a:endParaRPr lang="en-US"/>
          </a:p>
        </p:txBody>
      </p:sp>
      <p:sp>
        <p:nvSpPr>
          <p:cNvPr id="6" name="Retângulo 5">
            <a:extLst>
              <a:ext uri="{FF2B5EF4-FFF2-40B4-BE49-F238E27FC236}">
                <a16:creationId xmlns:a16="http://schemas.microsoft.com/office/drawing/2014/main" id="{CDEEA900-0D70-4D93-7863-89A4085C93C9}"/>
              </a:ext>
            </a:extLst>
          </p:cNvPr>
          <p:cNvSpPr/>
          <p:nvPr userDrawn="1"/>
        </p:nvSpPr>
        <p:spPr>
          <a:xfrm>
            <a:off x="634029" y="570037"/>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tângulo 6">
            <a:extLst>
              <a:ext uri="{FF2B5EF4-FFF2-40B4-BE49-F238E27FC236}">
                <a16:creationId xmlns:a16="http://schemas.microsoft.com/office/drawing/2014/main" id="{B6174C4B-8932-8749-0D17-218307FD761A}"/>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674479026"/>
      </p:ext>
    </p:extLst>
  </p:cSld>
  <p:clrMapOvr>
    <a:masterClrMapping/>
  </p:clrMapOvr>
</p:sldLayout>
</file>

<file path=ppt/slideLayouts/slideLayout_80000039_415DECE0.xml><?xml version="1.0" encoding="utf-8"?>
<p:sldLayout xmlns:a="http://schemas.openxmlformats.org/drawingml/2006/main" xmlns:r="http://schemas.openxmlformats.org/officeDocument/2006/relationships" xmlns:p="http://schemas.openxmlformats.org/presentationml/2006/main" preserve="1">
  <p:cSld name="Citação">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2FA0A-1F7B-DD41-ECED-02B60BC46B10}"/>
              </a:ext>
            </a:extLst>
          </p:cNvPr>
          <p:cNvSpPr>
            <a:spLocks noGrp="1"/>
          </p:cNvSpPr>
          <p:nvPr>
            <p:ph type="title" hasCustomPrompt="1"/>
          </p:nvPr>
        </p:nvSpPr>
        <p:spPr>
          <a:xfrm>
            <a:off x="3467745" y="5216204"/>
            <a:ext cx="8190855" cy="640080"/>
          </a:xfrm>
          <a:prstGeom prst="rect">
            <a:avLst/>
          </a:prstGeom>
        </p:spPr>
        <p:txBody>
          <a:bodyPr rtlCol="0" anchor="b">
            <a:normAutofit/>
          </a:bodyPr>
          <a:lstStyle>
            <a:lvl1pPr>
              <a:lnSpc>
                <a:spcPct val="120000"/>
              </a:lnSpc>
              <a:defRPr sz="2000" spc="0">
                <a:solidFill>
                  <a:schemeClr val="tx2"/>
                </a:solidFill>
                <a:latin typeface="Arial" panose="020B0604020202020204" pitchFamily="34" charset="0"/>
                <a:cs typeface="Arial" panose="020B0604020202020204" pitchFamily="34" charset="0"/>
              </a:defRPr>
            </a:lvl1pPr>
          </a:lstStyle>
          <a:p>
            <a:pPr rtl="0"/>
            <a:r>
              <a:rPr lang="pt-br"/>
              <a:t>Autor da Citação</a:t>
            </a:r>
          </a:p>
        </p:txBody>
      </p:sp>
      <p:sp>
        <p:nvSpPr>
          <p:cNvPr id="7" name="Espaço Reservado para Conteúdo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8" y="1016954"/>
            <a:ext cx="11125201" cy="3711571"/>
          </a:xfrm>
          <a:prstGeom prst="rect">
            <a:avLst/>
          </a:prstGeom>
        </p:spPr>
        <p:txBody>
          <a:bodyPr rtlCol="0"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rtl="0"/>
            <a:r>
              <a:rPr lang="pt-br"/>
              <a:t>Clique para adicionar uma Citação</a:t>
            </a:r>
          </a:p>
        </p:txBody>
      </p:sp>
      <p:sp>
        <p:nvSpPr>
          <p:cNvPr id="4" name="Espaço Reservado para Rodapé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rtlCol="0"/>
          <a:lstStyle/>
          <a:p>
            <a:pPr rtl="0"/>
            <a:r>
              <a:rPr lang="pt-br"/>
              <a:t>Título da apresentação</a:t>
            </a:r>
          </a:p>
        </p:txBody>
      </p:sp>
      <p:sp>
        <p:nvSpPr>
          <p:cNvPr id="3" name="Espaço Reservado para Data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61" cy="365760"/>
          </a:xfrm>
          <a:prstGeom prst="rect">
            <a:avLst/>
          </a:prstGeom>
        </p:spPr>
        <p:txBody>
          <a:bodyPr rtlCol="0"/>
          <a:lstStyle/>
          <a:p>
            <a:pPr rtl="0"/>
            <a:r>
              <a:rPr lang="en-US"/>
              <a:t>17/09/2025</a:t>
            </a:r>
          </a:p>
        </p:txBody>
      </p:sp>
      <p:sp>
        <p:nvSpPr>
          <p:cNvPr id="5" name="Espaço Reservado para o Número do Slide 4">
            <a:extLst>
              <a:ext uri="{FF2B5EF4-FFF2-40B4-BE49-F238E27FC236}">
                <a16:creationId xmlns:a16="http://schemas.microsoft.com/office/drawing/2014/main" id="{C6EAECF6-9F03-4C12-4BD4-4E8AE63A4F3A}"/>
              </a:ext>
            </a:extLst>
          </p:cNvPr>
          <p:cNvSpPr>
            <a:spLocks noGrp="1"/>
          </p:cNvSpPr>
          <p:nvPr>
            <p:ph type="sldNum" sz="quarter" idx="12"/>
          </p:nvPr>
        </p:nvSpPr>
        <p:spPr>
          <a:xfrm>
            <a:off x="11001368" y="6492241"/>
            <a:ext cx="657231" cy="365760"/>
          </a:xfrm>
          <a:prstGeom prst="rect">
            <a:avLst/>
          </a:prstGeom>
        </p:spPr>
        <p:txBody>
          <a:bodyPr rtlCol="0"/>
          <a:lstStyle/>
          <a:p>
            <a:pPr rtl="0"/>
            <a:fld id="{AEAA3239-9EA4-4A65-A281-97F994456D9F}" type="slidenum">
              <a:rPr lang="en-US" smtClean="0"/>
              <a:t/>
            </a:fld>
            <a:endParaRPr lang="en-US"/>
          </a:p>
        </p:txBody>
      </p:sp>
      <p:sp>
        <p:nvSpPr>
          <p:cNvPr id="34" name="Retângulo 33">
            <a:extLst>
              <a:ext uri="{FF2B5EF4-FFF2-40B4-BE49-F238E27FC236}">
                <a16:creationId xmlns:a16="http://schemas.microsoft.com/office/drawing/2014/main" id="{F22AFB11-60F0-1BFB-3EE2-25A317606ED4}"/>
              </a:ext>
            </a:extLst>
          </p:cNvPr>
          <p:cNvSpPr/>
          <p:nvPr/>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5" name="Retângulo 34">
            <a:extLst>
              <a:ext uri="{FF2B5EF4-FFF2-40B4-BE49-F238E27FC236}">
                <a16:creationId xmlns:a16="http://schemas.microsoft.com/office/drawing/2014/main" id="{3DB6C2DA-9756-1101-616C-92AE71300FD8}"/>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096674528"/>
      </p:ext>
    </p:extLst>
  </p:cSld>
  <p:clrMapOvr>
    <a:masterClrMapping/>
  </p:clrMapOvr>
</p:sldLayout>
</file>

<file path=ppt/slideLayouts/slideLayout_80000040_EEBA7DA6.xml><?xml version="1.0" encoding="utf-8"?>
<p:sldLayout xmlns:a="http://schemas.openxmlformats.org/drawingml/2006/main" xmlns:r="http://schemas.openxmlformats.org/officeDocument/2006/relationships" xmlns:p="http://schemas.openxmlformats.org/presentationml/2006/main"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0C37F-77BE-E128-4248-D001C39E79C6}"/>
              </a:ext>
            </a:extLst>
          </p:cNvPr>
          <p:cNvSpPr>
            <a:spLocks noGrp="1"/>
          </p:cNvSpPr>
          <p:nvPr>
            <p:ph type="title"/>
          </p:nvPr>
        </p:nvSpPr>
        <p:spPr>
          <a:xfrm>
            <a:off x="533398" y="1016955"/>
            <a:ext cx="3867155" cy="1757505"/>
          </a:xfrm>
          <a:prstGeom prst="rect">
            <a:avLst/>
          </a:prstGeom>
        </p:spPr>
        <p:txBody>
          <a:bodyPr rtlCol="0" anchor="t">
            <a:normAutofit/>
          </a:bodyPr>
          <a:lstStyle>
            <a:lvl1pPr>
              <a:defRPr sz="3600" cap="all" baseline="0"/>
            </a:lvl1pPr>
          </a:lstStyle>
          <a:p>
            <a:pPr rtl="0"/>
            <a:r>
              <a:rPr lang="pt-br"/>
              <a:t>Clique para editar o estilo de título Mestre</a:t>
            </a:r>
          </a:p>
        </p:txBody>
      </p:sp>
      <p:sp>
        <p:nvSpPr>
          <p:cNvPr id="4" name="Espaço Reservado para Texto 3">
            <a:extLst>
              <a:ext uri="{FF2B5EF4-FFF2-40B4-BE49-F238E27FC236}">
                <a16:creationId xmlns:a16="http://schemas.microsoft.com/office/drawing/2014/main" id="{EC0EEBFB-2026-6A35-33ED-F008376B67A0}"/>
              </a:ext>
            </a:extLst>
          </p:cNvPr>
          <p:cNvSpPr>
            <a:spLocks noGrp="1"/>
          </p:cNvSpPr>
          <p:nvPr>
            <p:ph type="body" sz="half" idx="2"/>
          </p:nvPr>
        </p:nvSpPr>
        <p:spPr>
          <a:xfrm>
            <a:off x="533398" y="3242948"/>
            <a:ext cx="3867154" cy="3081652"/>
          </a:xfrm>
          <a:prstGeom prst="rect">
            <a:avLst/>
          </a:prstGeom>
        </p:spPr>
        <p:txBody>
          <a:bodyPr rtlCol="0" anchor="t">
            <a:normAutofit/>
          </a:bodyPr>
          <a:lstStyle>
            <a:lvl1pPr marL="0" indent="0">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t-br"/>
              <a:t>Clique para editar o texto Mestre</a:t>
            </a:r>
          </a:p>
        </p:txBody>
      </p:sp>
      <p:sp>
        <p:nvSpPr>
          <p:cNvPr id="3" name="Espaço Reservado para Conteúdo 2">
            <a:extLst>
              <a:ext uri="{FF2B5EF4-FFF2-40B4-BE49-F238E27FC236}">
                <a16:creationId xmlns:a16="http://schemas.microsoft.com/office/drawing/2014/main" id="{2F3B20A8-A604-C977-02C0-083BA8663484}"/>
              </a:ext>
            </a:extLst>
          </p:cNvPr>
          <p:cNvSpPr>
            <a:spLocks noGrp="1"/>
          </p:cNvSpPr>
          <p:nvPr>
            <p:ph idx="1"/>
          </p:nvPr>
        </p:nvSpPr>
        <p:spPr>
          <a:xfrm>
            <a:off x="4962527" y="1001714"/>
            <a:ext cx="6696073" cy="5221285"/>
          </a:xfrm>
          <a:prstGeom prst="rect">
            <a:avLst/>
          </a:prstGeom>
        </p:spPr>
        <p:txBody>
          <a:bodyPr vert="horz" lIns="91440" tIns="45720" rIns="91440" bIns="45720" rtlCol="0">
            <a:normAutofit/>
          </a:bodyPr>
          <a:lstStyle>
            <a:lvl1pPr>
              <a:defRPr lang="en-US" dirty="0">
                <a:solidFill>
                  <a:schemeClr val="tx2"/>
                </a:solidFill>
              </a:defRPr>
            </a:lvl1pPr>
            <a:lvl2pPr>
              <a:defRPr lang="en-US" dirty="0">
                <a:solidFill>
                  <a:schemeClr val="tx2"/>
                </a:solidFill>
              </a:defRPr>
            </a:lvl2pPr>
            <a:lvl3pPr>
              <a:defRPr lang="en-US" dirty="0">
                <a:solidFill>
                  <a:schemeClr val="tx2"/>
                </a:solidFill>
              </a:defRPr>
            </a:lvl3pPr>
            <a:lvl4pPr>
              <a:defRPr lang="en-US" dirty="0">
                <a:solidFill>
                  <a:schemeClr val="tx2"/>
                </a:solidFill>
              </a:defRPr>
            </a:lvl4pPr>
            <a:lvl5pPr>
              <a:defRPr lang="en-US" dirty="0">
                <a:solidFill>
                  <a:schemeClr val="tx2"/>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6" name="Espaço Reservado para Rodapé 5">
            <a:extLst>
              <a:ext uri="{FF2B5EF4-FFF2-40B4-BE49-F238E27FC236}">
                <a16:creationId xmlns:a16="http://schemas.microsoft.com/office/drawing/2014/main" id="{9C85A215-184B-2105-0279-ED02F6445831}"/>
              </a:ext>
            </a:extLst>
          </p:cNvPr>
          <p:cNvSpPr>
            <a:spLocks noGrp="1"/>
          </p:cNvSpPr>
          <p:nvPr>
            <p:ph type="ftr" sz="quarter" idx="11"/>
          </p:nvPr>
        </p:nvSpPr>
        <p:spPr>
          <a:xfrm>
            <a:off x="533399" y="6492241"/>
            <a:ext cx="8576637" cy="365760"/>
          </a:xfrm>
          <a:prstGeom prst="rect">
            <a:avLst/>
          </a:prstGeom>
        </p:spPr>
        <p:txBody>
          <a:bodyPr rtlCol="0"/>
          <a:lstStyle/>
          <a:p>
            <a:pPr rtl="0"/>
            <a:r>
              <a:rPr lang="pt-br"/>
              <a:t>Título da apresentação</a:t>
            </a:r>
            <a:endParaRPr lang="en-US"/>
          </a:p>
        </p:txBody>
      </p:sp>
      <p:sp>
        <p:nvSpPr>
          <p:cNvPr id="5" name="Espaço Reservado para Data 4">
            <a:extLst>
              <a:ext uri="{FF2B5EF4-FFF2-40B4-BE49-F238E27FC236}">
                <a16:creationId xmlns:a16="http://schemas.microsoft.com/office/drawing/2014/main" id="{93F05638-7A56-469A-825A-1DFA600254C8}"/>
              </a:ext>
            </a:extLst>
          </p:cNvPr>
          <p:cNvSpPr>
            <a:spLocks noGrp="1"/>
          </p:cNvSpPr>
          <p:nvPr>
            <p:ph type="dt" sz="half" idx="10"/>
          </p:nvPr>
        </p:nvSpPr>
        <p:spPr>
          <a:xfrm>
            <a:off x="9110036" y="6492240"/>
            <a:ext cx="1891338" cy="365760"/>
          </a:xfrm>
          <a:prstGeom prst="rect">
            <a:avLst/>
          </a:prstGeom>
        </p:spPr>
        <p:txBody>
          <a:bodyPr rtlCol="0"/>
          <a:lstStyle/>
          <a:p>
            <a:pPr rtl="0"/>
            <a:r>
              <a:rPr lang="en-US"/>
              <a:t>17/09/2025</a:t>
            </a:r>
          </a:p>
        </p:txBody>
      </p:sp>
      <p:sp>
        <p:nvSpPr>
          <p:cNvPr id="7" name="Espaço Reservado para o Número do Slide 6">
            <a:extLst>
              <a:ext uri="{FF2B5EF4-FFF2-40B4-BE49-F238E27FC236}">
                <a16:creationId xmlns:a16="http://schemas.microsoft.com/office/drawing/2014/main" id="{32C7CA46-892B-253A-3A28-7414E17B837B}"/>
              </a:ext>
            </a:extLst>
          </p:cNvPr>
          <p:cNvSpPr>
            <a:spLocks noGrp="1"/>
          </p:cNvSpPr>
          <p:nvPr>
            <p:ph type="sldNum" sz="quarter" idx="12"/>
          </p:nvPr>
        </p:nvSpPr>
        <p:spPr>
          <a:xfrm>
            <a:off x="10995976" y="6492241"/>
            <a:ext cx="662624" cy="365760"/>
          </a:xfrm>
          <a:prstGeom prst="rect">
            <a:avLst/>
          </a:prstGeom>
        </p:spPr>
        <p:txBody>
          <a:bodyPr rtlCol="0"/>
          <a:lstStyle/>
          <a:p>
            <a:pPr rtl="0"/>
            <a:fld id="{AEAA3239-9EA4-4A65-A281-97F994456D9F}" type="slidenum">
              <a:rPr lang="en-US" smtClean="0"/>
              <a:t/>
            </a:fld>
            <a:endParaRPr lang="en-US"/>
          </a:p>
        </p:txBody>
      </p:sp>
      <p:sp>
        <p:nvSpPr>
          <p:cNvPr id="37" name="Retângulo 36">
            <a:extLst>
              <a:ext uri="{FF2B5EF4-FFF2-40B4-BE49-F238E27FC236}">
                <a16:creationId xmlns:a16="http://schemas.microsoft.com/office/drawing/2014/main" id="{120561F0-CF17-B530-6961-589A8ED59092}"/>
              </a:ext>
            </a:extLst>
          </p:cNvPr>
          <p:cNvSpPr/>
          <p:nvPr/>
        </p:nvSpPr>
        <p:spPr>
          <a:xfrm>
            <a:off x="634029" y="570037"/>
            <a:ext cx="3766523"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8" name="Retângulo 37">
            <a:extLst>
              <a:ext uri="{FF2B5EF4-FFF2-40B4-BE49-F238E27FC236}">
                <a16:creationId xmlns:a16="http://schemas.microsoft.com/office/drawing/2014/main" id="{38CC40D6-7654-D186-61ED-908232C31F69}"/>
              </a:ext>
            </a:extLst>
          </p:cNvPr>
          <p:cNvSpPr/>
          <p:nvPr/>
        </p:nvSpPr>
        <p:spPr>
          <a:xfrm>
            <a:off x="4400552" y="570037"/>
            <a:ext cx="7791448"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4005199270"/>
      </p:ext>
    </p:extLst>
  </p:cSld>
  <p:clrMapOvr>
    <a:masterClrMapping/>
  </p:clrMapOvr>
</p:sldLayout>
</file>

<file path=ppt/slideLayouts/slideLayout_80000041_5E5CFA67.xml><?xml version="1.0" encoding="utf-8"?>
<p:sldLayout xmlns:a="http://schemas.openxmlformats.org/drawingml/2006/main" xmlns:r="http://schemas.openxmlformats.org/officeDocument/2006/relationships" xmlns:p="http://schemas.openxmlformats.org/presentationml/2006/main"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B06A09-98CF-FAC2-3708-AECC4360C651}"/>
              </a:ext>
            </a:extLst>
          </p:cNvPr>
          <p:cNvSpPr>
            <a:spLocks noGrp="1"/>
          </p:cNvSpPr>
          <p:nvPr>
            <p:ph type="title"/>
          </p:nvPr>
        </p:nvSpPr>
        <p:spPr>
          <a:xfrm>
            <a:off x="533399" y="1016955"/>
            <a:ext cx="3486153" cy="1762083"/>
          </a:xfrm>
          <a:prstGeom prst="rect">
            <a:avLst/>
          </a:prstGeom>
        </p:spPr>
        <p:txBody>
          <a:bodyPr rtlCol="0" anchor="t">
            <a:normAutofit/>
          </a:bodyPr>
          <a:lstStyle>
            <a:lvl1pPr>
              <a:defRPr sz="3600" cap="all" baseline="0"/>
            </a:lvl1pPr>
          </a:lstStyle>
          <a:p>
            <a:pPr rtl="0"/>
            <a:r>
              <a:rPr lang="pt-br"/>
              <a:t>Clique para editar o estilo de título Mestre</a:t>
            </a:r>
          </a:p>
        </p:txBody>
      </p:sp>
      <p:sp>
        <p:nvSpPr>
          <p:cNvPr id="4" name="Espaço Reservado para Texto 3">
            <a:extLst>
              <a:ext uri="{FF2B5EF4-FFF2-40B4-BE49-F238E27FC236}">
                <a16:creationId xmlns:a16="http://schemas.microsoft.com/office/drawing/2014/main" id="{F32C4A61-EF2A-C5A5-B150-4448600B3937}"/>
              </a:ext>
            </a:extLst>
          </p:cNvPr>
          <p:cNvSpPr>
            <a:spLocks noGrp="1"/>
          </p:cNvSpPr>
          <p:nvPr>
            <p:ph type="body" sz="half" idx="2"/>
          </p:nvPr>
        </p:nvSpPr>
        <p:spPr>
          <a:xfrm>
            <a:off x="533399" y="2991503"/>
            <a:ext cx="3486153" cy="3333097"/>
          </a:xfrm>
          <a:prstGeom prst="rect">
            <a:avLst/>
          </a:prstGeom>
        </p:spPr>
        <p:txBody>
          <a:bodyPr rtlCol="0"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pt-br"/>
              <a:t>Clique para editar o texto Mestre</a:t>
            </a:r>
          </a:p>
        </p:txBody>
      </p:sp>
      <p:sp>
        <p:nvSpPr>
          <p:cNvPr id="3" name="Espaço Reservado para Imagem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62527" y="631580"/>
            <a:ext cx="6696073" cy="5845420"/>
          </a:xfrm>
          <a:prstGeom prst="rect">
            <a:avLst/>
          </a:prstGeom>
          <a:blipFill dpi="0" rotWithShape="1">
            <a:blip r:embed="rId2">
              <a:alphaModFix amt="60000"/>
            </a:blip>
            <a:srcRect/>
            <a:stretch>
              <a:fillRect/>
            </a:stretch>
          </a:blipFill>
        </p:spPr>
        <p:txBody>
          <a:bodyPr rtlCol="0">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pt-br"/>
              <a:t> </a:t>
            </a:r>
          </a:p>
        </p:txBody>
      </p:sp>
      <p:sp>
        <p:nvSpPr>
          <p:cNvPr id="6" name="Espaço Reservado para Rodapé 5">
            <a:extLst>
              <a:ext uri="{FF2B5EF4-FFF2-40B4-BE49-F238E27FC236}">
                <a16:creationId xmlns:a16="http://schemas.microsoft.com/office/drawing/2014/main" id="{7FDC75DA-9A78-9AB9-7171-95A08CC51C56}"/>
              </a:ext>
            </a:extLst>
          </p:cNvPr>
          <p:cNvSpPr>
            <a:spLocks noGrp="1"/>
          </p:cNvSpPr>
          <p:nvPr>
            <p:ph type="ftr" sz="quarter" idx="11"/>
          </p:nvPr>
        </p:nvSpPr>
        <p:spPr>
          <a:xfrm>
            <a:off x="533399" y="6492241"/>
            <a:ext cx="8576637" cy="365760"/>
          </a:xfrm>
          <a:prstGeom prst="rect">
            <a:avLst/>
          </a:prstGeom>
        </p:spPr>
        <p:txBody>
          <a:bodyPr rtlCol="0"/>
          <a:lstStyle/>
          <a:p>
            <a:pPr rtl="0"/>
            <a:r>
              <a:rPr lang="pt-br"/>
              <a:t>Título da apresentação</a:t>
            </a:r>
          </a:p>
        </p:txBody>
      </p:sp>
      <p:sp>
        <p:nvSpPr>
          <p:cNvPr id="5" name="Espaço Reservado para Data 4">
            <a:extLst>
              <a:ext uri="{FF2B5EF4-FFF2-40B4-BE49-F238E27FC236}">
                <a16:creationId xmlns:a16="http://schemas.microsoft.com/office/drawing/2014/main" id="{920B235E-39C7-4C78-20EF-DB48ECD9CB90}"/>
              </a:ext>
            </a:extLst>
          </p:cNvPr>
          <p:cNvSpPr>
            <a:spLocks noGrp="1"/>
          </p:cNvSpPr>
          <p:nvPr>
            <p:ph type="dt" sz="half" idx="10"/>
          </p:nvPr>
        </p:nvSpPr>
        <p:spPr>
          <a:xfrm>
            <a:off x="9110036" y="6492238"/>
            <a:ext cx="1880548" cy="365761"/>
          </a:xfrm>
          <a:prstGeom prst="rect">
            <a:avLst/>
          </a:prstGeom>
        </p:spPr>
        <p:txBody>
          <a:bodyPr rtlCol="0"/>
          <a:lstStyle/>
          <a:p>
            <a:pPr rtl="0"/>
            <a:r>
              <a:rPr lang="en-US"/>
              <a:t>17/09/2025</a:t>
            </a:r>
          </a:p>
        </p:txBody>
      </p:sp>
      <p:sp>
        <p:nvSpPr>
          <p:cNvPr id="7" name="Espaço Reservado para o Número do Slide 6">
            <a:extLst>
              <a:ext uri="{FF2B5EF4-FFF2-40B4-BE49-F238E27FC236}">
                <a16:creationId xmlns:a16="http://schemas.microsoft.com/office/drawing/2014/main" id="{5EFE1A03-DCCB-53C7-DBFE-2AD55C90591B}"/>
              </a:ext>
            </a:extLst>
          </p:cNvPr>
          <p:cNvSpPr>
            <a:spLocks noGrp="1"/>
          </p:cNvSpPr>
          <p:nvPr>
            <p:ph type="sldNum" sz="quarter" idx="12"/>
          </p:nvPr>
        </p:nvSpPr>
        <p:spPr>
          <a:xfrm>
            <a:off x="10995976" y="6492237"/>
            <a:ext cx="662624" cy="365763"/>
          </a:xfrm>
          <a:prstGeom prst="rect">
            <a:avLst/>
          </a:prstGeom>
        </p:spPr>
        <p:txBody>
          <a:bodyPr rtlCol="0"/>
          <a:lstStyle/>
          <a:p>
            <a:pPr rtl="0"/>
            <a:fld id="{AEAA3239-9EA4-4A65-A281-97F994456D9F}" type="slidenum">
              <a:rPr lang="en-US" smtClean="0"/>
              <a:t/>
            </a:fld>
            <a:endParaRPr lang="en-US"/>
          </a:p>
        </p:txBody>
      </p:sp>
      <p:sp>
        <p:nvSpPr>
          <p:cNvPr id="35" name="Retângulo 34">
            <a:extLst>
              <a:ext uri="{FF2B5EF4-FFF2-40B4-BE49-F238E27FC236}">
                <a16:creationId xmlns:a16="http://schemas.microsoft.com/office/drawing/2014/main" id="{103DE75D-DDAE-AF30-6FFC-D490DF411F57}"/>
              </a:ext>
            </a:extLst>
          </p:cNvPr>
          <p:cNvSpPr/>
          <p:nvPr/>
        </p:nvSpPr>
        <p:spPr>
          <a:xfrm>
            <a:off x="634029" y="570037"/>
            <a:ext cx="4323111" cy="7481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6" name="Retângulo 35">
            <a:extLst>
              <a:ext uri="{FF2B5EF4-FFF2-40B4-BE49-F238E27FC236}">
                <a16:creationId xmlns:a16="http://schemas.microsoft.com/office/drawing/2014/main" id="{37FF2131-F761-6A93-E155-1DE63565D2B6}"/>
              </a:ext>
            </a:extLst>
          </p:cNvPr>
          <p:cNvSpPr/>
          <p:nvPr/>
        </p:nvSpPr>
        <p:spPr>
          <a:xfrm>
            <a:off x="4962522" y="570037"/>
            <a:ext cx="7229478" cy="7481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583151719"/>
      </p:ext>
    </p:extLst>
  </p:cSld>
  <p:clrMapOvr>
    <a:masterClrMapping/>
  </p:clrMapOvr>
</p:sldLayout>
</file>

<file path=ppt/slideLayouts/slideLayout_80000042_C6D3DAD8.xml><?xml version="1.0" encoding="utf-8"?>
<p:sldLayout xmlns:a="http://schemas.openxmlformats.org/drawingml/2006/main" xmlns:r="http://schemas.openxmlformats.org/officeDocument/2006/relationships" xmlns:p="http://schemas.openxmlformats.org/presentationml/2006/main" preserve="1">
  <p:cSld name="Conclusão">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1860235"/>
          </a:xfrm>
          <a:prstGeom prst="rect">
            <a:avLst/>
          </a:prstGeom>
        </p:spPr>
        <p:txBody>
          <a:bodyPr rtlCol="0" anchor="t">
            <a:noAutofit/>
          </a:bodyPr>
          <a:lstStyle>
            <a:lvl1pPr>
              <a:defRPr sz="7200" cap="all" baseline="0">
                <a:solidFill>
                  <a:schemeClr val="tx2"/>
                </a:solidFill>
              </a:defRPr>
            </a:lvl1pPr>
          </a:lstStyle>
          <a:p>
            <a:pPr rtl="0"/>
            <a:r>
              <a:rPr lang="pt-br"/>
              <a:t>Clique para editar o estilo de título Mestre</a:t>
            </a:r>
          </a:p>
        </p:txBody>
      </p:sp>
      <p:sp>
        <p:nvSpPr>
          <p:cNvPr id="8" name="Espaço Reservado para Conteúdo 7">
            <a:extLst>
              <a:ext uri="{FF2B5EF4-FFF2-40B4-BE49-F238E27FC236}">
                <a16:creationId xmlns:a16="http://schemas.microsoft.com/office/drawing/2014/main" id="{C7E1FCC9-2D1D-9C6B-8C9A-E3D0A77DBEF0}"/>
              </a:ext>
            </a:extLst>
          </p:cNvPr>
          <p:cNvSpPr>
            <a:spLocks noGrp="1"/>
          </p:cNvSpPr>
          <p:nvPr>
            <p:ph sz="quarter" idx="13"/>
          </p:nvPr>
        </p:nvSpPr>
        <p:spPr>
          <a:xfrm>
            <a:off x="533398" y="3258190"/>
            <a:ext cx="11125201" cy="2964810"/>
          </a:xfrm>
          <a:prstGeom prst="rect">
            <a:avLst/>
          </a:prstGeom>
        </p:spPr>
        <p:txBody>
          <a:bodyPr rtlCol="0"/>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92241"/>
            <a:ext cx="8576637" cy="365760"/>
          </a:xfrm>
          <a:prstGeom prst="rect">
            <a:avLst/>
          </a:prstGeom>
        </p:spPr>
        <p:txBody>
          <a:bodyPr rtlCol="0"/>
          <a:lstStyle>
            <a:lvl1pPr>
              <a:defRPr>
                <a:solidFill>
                  <a:schemeClr val="tx2"/>
                </a:solidFill>
              </a:defRPr>
            </a:lvl1pPr>
          </a:lstStyle>
          <a:p>
            <a:pPr rtl="0"/>
            <a:r>
              <a:rPr lang="pt-br"/>
              <a:t>Título da apresentação</a:t>
            </a:r>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504949" cy="365760"/>
          </a:xfrm>
          <a:prstGeom prst="rect">
            <a:avLst/>
          </a:prstGeom>
        </p:spPr>
        <p:txBody>
          <a:bodyPr rtlCol="0"/>
          <a:lstStyle>
            <a:lvl1pPr>
              <a:defRPr>
                <a:solidFill>
                  <a:schemeClr val="tx2"/>
                </a:solidFill>
              </a:defRPr>
            </a:lvl1pPr>
          </a:lstStyle>
          <a:p>
            <a:pPr rtl="0"/>
            <a:r>
              <a:rPr lang="en-US"/>
              <a:t>17/09/2025</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a:xfrm>
            <a:off x="10614990" y="6492241"/>
            <a:ext cx="1043610" cy="365760"/>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34" name="Retângulo 33">
            <a:extLst>
              <a:ext uri="{FF2B5EF4-FFF2-40B4-BE49-F238E27FC236}">
                <a16:creationId xmlns:a16="http://schemas.microsoft.com/office/drawing/2014/main" id="{C0612DD4-C154-5A34-CBE2-09022345DFF5}"/>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35" name="Retângulo 34">
            <a:extLst>
              <a:ext uri="{FF2B5EF4-FFF2-40B4-BE49-F238E27FC236}">
                <a16:creationId xmlns:a16="http://schemas.microsoft.com/office/drawing/2014/main" id="{A245B82D-4F13-20D2-DD25-C26E60C48A92}"/>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335772888"/>
      </p:ext>
    </p:extLst>
  </p:cSld>
  <p:clrMapOvr>
    <a:overrideClrMapping bg1="lt1" tx1="dk1" bg2="lt2" tx2="dk2" accent1="accent1" accent2="accent2" accent3="accent3" accent4="accent4" accent5="accent5" accent6="accent6" hlink="hlink" folHlink="folHlink"/>
  </p:clrMapOvr>
</p:sldLayout>
</file>

<file path=ppt/slideLayouts/slideLayout_80000043_1C430AA5.xml><?xml version="1.0" encoding="utf-8"?>
<p:sldLayout xmlns:a="http://schemas.openxmlformats.org/drawingml/2006/main" xmlns:r="http://schemas.openxmlformats.org/officeDocument/2006/relationships" xmlns:p="http://schemas.openxmlformats.org/presentationml/2006/main" preserve="1">
  <p:cSld name="Conclusão 2">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533400" y="1016955"/>
            <a:ext cx="8576636" cy="1842020"/>
          </a:xfrm>
          <a:prstGeom prst="rect">
            <a:avLst/>
          </a:prstGeom>
        </p:spPr>
        <p:txBody>
          <a:bodyPr rtlCol="0" anchor="t">
            <a:noAutofit/>
          </a:bodyPr>
          <a:lstStyle>
            <a:lvl1pPr>
              <a:defRPr sz="7200" cap="all" baseline="0">
                <a:solidFill>
                  <a:schemeClr val="tx2"/>
                </a:solidFill>
              </a:defRPr>
            </a:lvl1pPr>
          </a:lstStyle>
          <a:p>
            <a:pPr rtl="0"/>
            <a:r>
              <a:rPr lang="pt-br"/>
              <a:t>Clique para editar o estilo de título Mestre</a:t>
            </a:r>
          </a:p>
        </p:txBody>
      </p:sp>
      <p:sp>
        <p:nvSpPr>
          <p:cNvPr id="7" name="Espaço Reservado para Conteúdo 6">
            <a:extLst>
              <a:ext uri="{FF2B5EF4-FFF2-40B4-BE49-F238E27FC236}">
                <a16:creationId xmlns:a16="http://schemas.microsoft.com/office/drawing/2014/main" id="{053FFEDA-E57B-DF13-2394-A1514E15F85A}"/>
              </a:ext>
            </a:extLst>
          </p:cNvPr>
          <p:cNvSpPr>
            <a:spLocks noGrp="1"/>
          </p:cNvSpPr>
          <p:nvPr>
            <p:ph sz="quarter" idx="14"/>
          </p:nvPr>
        </p:nvSpPr>
        <p:spPr>
          <a:xfrm>
            <a:off x="533400" y="4614992"/>
            <a:ext cx="8576506" cy="1608008"/>
          </a:xfrm>
          <a:prstGeom prst="rect">
            <a:avLst/>
          </a:prstGeom>
        </p:spPr>
        <p:txBody>
          <a:bodyPr rtlCol="0">
            <a:noAutofit/>
          </a:bodyPr>
          <a:lstStyle>
            <a:lvl1pPr marL="0" indent="0">
              <a:buNone/>
              <a:defRPr sz="2000" b="1" i="0">
                <a:solidFill>
                  <a:schemeClr val="tx2"/>
                </a:solidFill>
                <a:latin typeface="Arial" panose="020B0604020202020204" pitchFamily="34" charset="0"/>
                <a:cs typeface="Arial" panose="020B0604020202020204" pitchFamily="34" charset="0"/>
              </a:defRPr>
            </a:lvl1pPr>
            <a:lvl2pPr marL="228600" indent="0">
              <a:buNone/>
              <a:defRPr sz="2000" b="1" i="0">
                <a:solidFill>
                  <a:schemeClr val="tx2"/>
                </a:solidFill>
                <a:latin typeface="Arial" panose="020B0604020202020204" pitchFamily="34" charset="0"/>
                <a:cs typeface="Arial" panose="020B0604020202020204" pitchFamily="34" charset="0"/>
              </a:defRPr>
            </a:lvl2pPr>
            <a:lvl3pPr marL="457200" indent="0">
              <a:buNone/>
              <a:defRPr sz="2000" b="1" i="0">
                <a:solidFill>
                  <a:schemeClr val="tx2"/>
                </a:solidFill>
                <a:latin typeface="Arial" panose="020B0604020202020204" pitchFamily="34" charset="0"/>
                <a:cs typeface="Arial" panose="020B0604020202020204" pitchFamily="34" charset="0"/>
              </a:defRPr>
            </a:lvl3pPr>
            <a:lvl4pPr marL="685800" indent="0">
              <a:buNone/>
              <a:defRPr sz="2000" b="1" i="0">
                <a:solidFill>
                  <a:schemeClr val="tx2"/>
                </a:solidFill>
                <a:latin typeface="Arial" panose="020B0604020202020204" pitchFamily="34" charset="0"/>
                <a:cs typeface="Arial" panose="020B0604020202020204" pitchFamily="34" charset="0"/>
              </a:defRPr>
            </a:lvl4pPr>
            <a:lvl5pPr marL="914400" indent="0">
              <a:buNone/>
              <a:defRPr sz="2000" b="1" i="0">
                <a:solidFill>
                  <a:schemeClr val="tx2"/>
                </a:solidFill>
                <a:latin typeface="Arial" panose="020B0604020202020204" pitchFamily="34" charset="0"/>
                <a:cs typeface="Arial" panose="020B0604020202020204" pitchFamily="34" charset="0"/>
              </a:defRPr>
            </a:lvl5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endParaRPr lang="en-US"/>
          </a:p>
        </p:txBody>
      </p:sp>
      <p:sp>
        <p:nvSpPr>
          <p:cNvPr id="5" name="Espaço Reservado para Rodapé 4">
            <a:extLst>
              <a:ext uri="{FF2B5EF4-FFF2-40B4-BE49-F238E27FC236}">
                <a16:creationId xmlns:a16="http://schemas.microsoft.com/office/drawing/2014/main" id="{B17E6B5E-6174-FD5C-41E8-FFC44C650D7E}"/>
              </a:ext>
            </a:extLst>
          </p:cNvPr>
          <p:cNvSpPr>
            <a:spLocks noGrp="1"/>
          </p:cNvSpPr>
          <p:nvPr>
            <p:ph type="ftr" sz="quarter" idx="11"/>
          </p:nvPr>
        </p:nvSpPr>
        <p:spPr>
          <a:xfrm>
            <a:off x="533400" y="6492241"/>
            <a:ext cx="8576636" cy="365760"/>
          </a:xfrm>
          <a:prstGeom prst="rect">
            <a:avLst/>
          </a:prstGeom>
        </p:spPr>
        <p:txBody>
          <a:bodyPr rtlCol="0"/>
          <a:lstStyle>
            <a:lvl1pPr>
              <a:defRPr>
                <a:solidFill>
                  <a:schemeClr val="tx2"/>
                </a:solidFill>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891338" cy="365760"/>
          </a:xfrm>
          <a:prstGeom prst="rect">
            <a:avLst/>
          </a:prstGeom>
        </p:spPr>
        <p:txBody>
          <a:bodyPr rtlCol="0"/>
          <a:lstStyle>
            <a:lvl1pPr>
              <a:defRPr>
                <a:solidFill>
                  <a:schemeClr val="tx2"/>
                </a:solidFill>
              </a:defRPr>
            </a:lvl1pPr>
          </a:lstStyle>
          <a:p>
            <a:pPr rtl="0"/>
            <a:r>
              <a:rPr lang="en-US"/>
              <a:t>17/09/2025</a:t>
            </a:r>
          </a:p>
        </p:txBody>
      </p:sp>
      <p:sp>
        <p:nvSpPr>
          <p:cNvPr id="6" name="Espaço Reservado para o Número do Slide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92241"/>
            <a:ext cx="657226" cy="365760"/>
          </a:xfrm>
          <a:prstGeom prst="rect">
            <a:avLst/>
          </a:prstGeom>
        </p:spPr>
        <p:txBody>
          <a:bodyPr rtlCol="0"/>
          <a:lstStyle>
            <a:lvl1pPr>
              <a:defRPr>
                <a:solidFill>
                  <a:schemeClr val="tx2"/>
                </a:solidFill>
              </a:defRPr>
            </a:lvl1pPr>
          </a:lstStyle>
          <a:p>
            <a:pPr rtl="0"/>
            <a:fld id="{AEAA3239-9EA4-4A65-A281-97F994456D9F}" type="slidenum">
              <a:rPr lang="en-US" smtClean="0"/>
              <a:pPr/>
              <a:t/>
            </a:fld>
            <a:endParaRPr lang="en-US"/>
          </a:p>
        </p:txBody>
      </p:sp>
      <p:sp>
        <p:nvSpPr>
          <p:cNvPr id="58" name="Retângulo 57">
            <a:extLst>
              <a:ext uri="{FF2B5EF4-FFF2-40B4-BE49-F238E27FC236}">
                <a16:creationId xmlns:a16="http://schemas.microsoft.com/office/drawing/2014/main" id="{C0E45243-34A7-09D9-589C-A28D8FB592BD}"/>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9" name="Retângulo 58">
            <a:extLst>
              <a:ext uri="{FF2B5EF4-FFF2-40B4-BE49-F238E27FC236}">
                <a16:creationId xmlns:a16="http://schemas.microsoft.com/office/drawing/2014/main" id="{377B2CF5-DB49-E6FB-F72A-24AA38988AEC}"/>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474155685"/>
      </p:ext>
    </p:extLst>
  </p:cSld>
  <p:clrMapOvr>
    <a:overrideClrMapping bg1="lt1" tx1="dk1" bg2="lt2" tx2="dk2" accent1="accent1" accent2="accent2" accent3="accent3" accent4="accent4" accent5="accent5" accent6="accent6" hlink="hlink" folHlink="folHlink"/>
  </p:clrMapOvr>
</p:sldLayout>
</file>

<file path=ppt/slideMasters/_rels/slideMaster_80000000_96673E19.xml.rels><?xml version="1.0" encoding="UTF-8" standalone="yes"?>
<Relationships xmlns="http://schemas.openxmlformats.org/package/2006/relationships"><Relationship Id="rId13" Type="http://schemas.openxmlformats.org/officeDocument/2006/relationships/slideLayout" Target="../slideLayouts/slideLayout_80000019_93307F1.xml"/><Relationship Id="rId18" Type="http://schemas.openxmlformats.org/officeDocument/2006/relationships/slideLayout" Target="../slideLayouts/slideLayout_8000001E_70C994C6.xml"/><Relationship Id="rId26" Type="http://schemas.openxmlformats.org/officeDocument/2006/relationships/slideLayout" Target="../slideLayouts/slideLayout_80000026_988BCD12.xml"/><Relationship Id="rId39" Type="http://schemas.openxmlformats.org/officeDocument/2006/relationships/slideLayout" Target="../slideLayouts/slideLayout_80000033_96EE0D41.xml"/><Relationship Id="rId21" Type="http://schemas.openxmlformats.org/officeDocument/2006/relationships/slideLayout" Target="../slideLayouts/slideLayout_80000021_598EB943.xml"/><Relationship Id="rId34" Type="http://schemas.openxmlformats.org/officeDocument/2006/relationships/slideLayout" Target="../slideLayouts/slideLayout_8000002E_3823FFAC.xml"/><Relationship Id="rId42" Type="http://schemas.openxmlformats.org/officeDocument/2006/relationships/slideLayout" Target="../slideLayouts/slideLayout_80000036_D6B1FBB7.xml"/><Relationship Id="rId47" Type="http://schemas.openxmlformats.org/officeDocument/2006/relationships/slideLayout" Target="../slideLayouts/slideLayout_8000003B_782B5B00.xml"/><Relationship Id="rId50" Type="http://schemas.openxmlformats.org/officeDocument/2006/relationships/slideLayout" Target="../slideLayouts/slideLayout_8000003E_1FA9D20E.xml"/><Relationship Id="rId55" Type="http://schemas.openxmlformats.org/officeDocument/2006/relationships/slideLayout" Target="../slideLayouts/slideLayout_80000043_1C430AA5.xml"/><Relationship Id="rId7" Type="http://schemas.openxmlformats.org/officeDocument/2006/relationships/slideLayout" Target="../slideLayouts/slideLayout_80000007_809A26A8.xml"/><Relationship Id="rId2" Type="http://schemas.openxmlformats.org/officeDocument/2006/relationships/slideLayout" Target="../slideLayouts/slideLayout_80000002_506761CB.xml"/><Relationship Id="rId16" Type="http://schemas.openxmlformats.org/officeDocument/2006/relationships/slideLayout" Target="../slideLayouts/slideLayout_8000001C_74DB2544.xml"/><Relationship Id="rId29" Type="http://schemas.openxmlformats.org/officeDocument/2006/relationships/slideLayout" Target="../slideLayouts/slideLayout_80000029_4F3F189B.xml"/><Relationship Id="rId11" Type="http://schemas.openxmlformats.org/officeDocument/2006/relationships/slideLayout" Target="../slideLayouts/slideLayout_8000000B_66453370.xml"/><Relationship Id="rId24" Type="http://schemas.openxmlformats.org/officeDocument/2006/relationships/slideLayout" Target="../slideLayouts/slideLayout_80000024_1A56DA12.xml"/><Relationship Id="rId32" Type="http://schemas.openxmlformats.org/officeDocument/2006/relationships/slideLayout" Target="../slideLayouts/slideLayout_8000002C_2E367B11.xml"/><Relationship Id="rId37" Type="http://schemas.openxmlformats.org/officeDocument/2006/relationships/slideLayout" Target="../slideLayouts/slideLayout_80000031_A7767541.xml"/><Relationship Id="rId40" Type="http://schemas.openxmlformats.org/officeDocument/2006/relationships/slideLayout" Target="../slideLayouts/slideLayout_80000034_2F310D1E.xml"/><Relationship Id="rId45" Type="http://schemas.openxmlformats.org/officeDocument/2006/relationships/slideLayout" Target="../slideLayouts/slideLayout_80000039_415DECE0.xml"/><Relationship Id="rId53" Type="http://schemas.openxmlformats.org/officeDocument/2006/relationships/slideLayout" Target="../slideLayouts/slideLayout_80000041_5E5CFA67.xml"/><Relationship Id="rId5" Type="http://schemas.openxmlformats.org/officeDocument/2006/relationships/slideLayout" Target="../slideLayouts/slideLayout_80000005_8B29236C.xml"/><Relationship Id="rId10" Type="http://schemas.openxmlformats.org/officeDocument/2006/relationships/slideLayout" Target="../slideLayouts/slideLayout_8000000A_721E7DE4.xml"/><Relationship Id="rId19" Type="http://schemas.openxmlformats.org/officeDocument/2006/relationships/slideLayout" Target="../slideLayouts/slideLayout_8000001F_6BC20405.xml"/><Relationship Id="rId31" Type="http://schemas.openxmlformats.org/officeDocument/2006/relationships/slideLayout" Target="../slideLayouts/slideLayout_8000002B_85CAF35F.xml"/><Relationship Id="rId44" Type="http://schemas.openxmlformats.org/officeDocument/2006/relationships/slideLayout" Target="../slideLayouts/slideLayout_80000038_9F694FB2.xml"/><Relationship Id="rId52" Type="http://schemas.openxmlformats.org/officeDocument/2006/relationships/slideLayout" Target="../slideLayouts/slideLayout_80000040_EEBA7DA6.xml"/><Relationship Id="rId4" Type="http://schemas.openxmlformats.org/officeDocument/2006/relationships/slideLayout" Target="../slideLayouts/slideLayout_80000004_B81ED24.xml"/><Relationship Id="rId9" Type="http://schemas.openxmlformats.org/officeDocument/2006/relationships/slideLayout" Target="../slideLayouts/slideLayout_80000009_BF21A96.xml"/><Relationship Id="rId14" Type="http://schemas.openxmlformats.org/officeDocument/2006/relationships/slideLayout" Target="../slideLayouts/slideLayout_8000001A_1EFBFC06.xml"/><Relationship Id="rId22" Type="http://schemas.openxmlformats.org/officeDocument/2006/relationships/slideLayout" Target="../slideLayouts/slideLayout_80000022_49D95E2C.xml"/><Relationship Id="rId27" Type="http://schemas.openxmlformats.org/officeDocument/2006/relationships/slideLayout" Target="../slideLayouts/slideLayout_80000027_901A1892.xml"/><Relationship Id="rId30" Type="http://schemas.openxmlformats.org/officeDocument/2006/relationships/slideLayout" Target="../slideLayouts/slideLayout_8000002A_2167B1F8.xml"/><Relationship Id="rId35" Type="http://schemas.openxmlformats.org/officeDocument/2006/relationships/slideLayout" Target="../slideLayouts/slideLayout_8000002F_67E90D3.xml"/><Relationship Id="rId43" Type="http://schemas.openxmlformats.org/officeDocument/2006/relationships/slideLayout" Target="../slideLayouts/slideLayout_80000037_A732F13F.xml"/><Relationship Id="rId48" Type="http://schemas.openxmlformats.org/officeDocument/2006/relationships/slideLayout" Target="../slideLayouts/slideLayout_8000003C_4DCD53D8.xml"/><Relationship Id="rId56" Type="http://schemas.openxmlformats.org/officeDocument/2006/relationships/theme" Target="../theme/theme_80000000_96673E19.xml"/><Relationship Id="rId8" Type="http://schemas.openxmlformats.org/officeDocument/2006/relationships/slideLayout" Target="../slideLayouts/slideLayout_80000008_E4A10425.xml"/><Relationship Id="rId51" Type="http://schemas.openxmlformats.org/officeDocument/2006/relationships/slideLayout" Target="../slideLayouts/slideLayout_8000003F_79B73F05.xml"/><Relationship Id="rId3" Type="http://schemas.openxmlformats.org/officeDocument/2006/relationships/slideLayout" Target="../slideLayouts/slideLayout_80000003_A5BC23E.xml"/><Relationship Id="rId12" Type="http://schemas.openxmlformats.org/officeDocument/2006/relationships/slideLayout" Target="../slideLayouts/slideLayout_80000018_4462E35C.xml"/><Relationship Id="rId17" Type="http://schemas.openxmlformats.org/officeDocument/2006/relationships/slideLayout" Target="../slideLayouts/slideLayout_8000001D_3581B7C4.xml"/><Relationship Id="rId25" Type="http://schemas.openxmlformats.org/officeDocument/2006/relationships/slideLayout" Target="../slideLayouts/slideLayout_80000025_B0D70F49.xml"/><Relationship Id="rId33" Type="http://schemas.openxmlformats.org/officeDocument/2006/relationships/slideLayout" Target="../slideLayouts/slideLayout_8000002D_E143871C.xml"/><Relationship Id="rId38" Type="http://schemas.openxmlformats.org/officeDocument/2006/relationships/slideLayout" Target="../slideLayouts/slideLayout_80000032_B7446B2.xml"/><Relationship Id="rId46" Type="http://schemas.openxmlformats.org/officeDocument/2006/relationships/slideLayout" Target="../slideLayouts/slideLayout_8000003A_42E4AA00.xml"/><Relationship Id="rId20" Type="http://schemas.openxmlformats.org/officeDocument/2006/relationships/slideLayout" Target="../slideLayouts/slideLayout_80000020_85308D1B.xml"/><Relationship Id="rId41" Type="http://schemas.openxmlformats.org/officeDocument/2006/relationships/slideLayout" Target="../slideLayouts/slideLayout_80000035_6C982ECE.xml"/><Relationship Id="rId54" Type="http://schemas.openxmlformats.org/officeDocument/2006/relationships/slideLayout" Target="../slideLayouts/slideLayout_80000042_C6D3DAD8.xml"/><Relationship Id="rId1" Type="http://schemas.openxmlformats.org/officeDocument/2006/relationships/slideLayout" Target="../slideLayouts/slideLayout_80000001_BF789338.xml"/><Relationship Id="rId6" Type="http://schemas.openxmlformats.org/officeDocument/2006/relationships/slideLayout" Target="../slideLayouts/slideLayout_80000006_8947F59A.xml"/><Relationship Id="rId15" Type="http://schemas.openxmlformats.org/officeDocument/2006/relationships/slideLayout" Target="../slideLayouts/slideLayout_8000001B_AF1157E4.xml"/><Relationship Id="rId23" Type="http://schemas.openxmlformats.org/officeDocument/2006/relationships/slideLayout" Target="../slideLayouts/slideLayout_80000023_AB75DC2F.xml"/><Relationship Id="rId28" Type="http://schemas.openxmlformats.org/officeDocument/2006/relationships/slideLayout" Target="../slideLayouts/slideLayout_80000028_F987EF1F.xml"/><Relationship Id="rId36" Type="http://schemas.openxmlformats.org/officeDocument/2006/relationships/slideLayout" Target="../slideLayouts/slideLayout_80000030_B0A34C96.xml"/><Relationship Id="rId49" Type="http://schemas.openxmlformats.org/officeDocument/2006/relationships/slideLayout" Target="../slideLayouts/slideLayout_8000003D_13F7239.xml"/></Relationships>
</file>

<file path=ppt/slideMasters/slideMaster_80000000_96673E1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475BFB69-9245-EC58-F1DE-FEB625BD336A}"/>
              </a:ext>
            </a:extLst>
          </p:cNvPr>
          <p:cNvSpPr>
            <a:spLocks noGrp="1"/>
          </p:cNvSpPr>
          <p:nvPr>
            <p:ph type="title"/>
          </p:nvPr>
        </p:nvSpPr>
        <p:spPr>
          <a:xfrm>
            <a:off x="533398" y="1016955"/>
            <a:ext cx="11125201" cy="746759"/>
          </a:xfrm>
          <a:prstGeom prst="rect">
            <a:avLst/>
          </a:prstGeom>
        </p:spPr>
        <p:txBody>
          <a:bodyPr vert="horz" lIns="91440" tIns="45720" rIns="91440" bIns="45720" rtlCol="0" anchor="t">
            <a:normAutofit/>
          </a:bodyPr>
          <a:lstStyle/>
          <a:p>
            <a:pPr rtl="0"/>
            <a:r>
              <a:rPr lang="pt-br"/>
              <a:t>Clique para editar o estilo de título Mestre</a:t>
            </a:r>
          </a:p>
        </p:txBody>
      </p:sp>
      <p:sp>
        <p:nvSpPr>
          <p:cNvPr id="3" name="Espaço Reservado para Texto 2">
            <a:extLst>
              <a:ext uri="{FF2B5EF4-FFF2-40B4-BE49-F238E27FC236}">
                <a16:creationId xmlns:a16="http://schemas.microsoft.com/office/drawing/2014/main" id="{5516AFD5-5144-C460-0CA4-644BC4A93C02}"/>
              </a:ext>
            </a:extLst>
          </p:cNvPr>
          <p:cNvSpPr>
            <a:spLocks noGrp="1"/>
          </p:cNvSpPr>
          <p:nvPr>
            <p:ph type="body" idx="1"/>
          </p:nvPr>
        </p:nvSpPr>
        <p:spPr>
          <a:xfrm>
            <a:off x="533398" y="1748474"/>
            <a:ext cx="11125202" cy="4728524"/>
          </a:xfrm>
          <a:prstGeom prst="rect">
            <a:avLst/>
          </a:prstGeom>
        </p:spPr>
        <p:txBody>
          <a:bodyPr vert="horz" lIns="91440" tIns="45720" rIns="91440" bIns="45720" rtlCol="0">
            <a:normAutofit/>
          </a:body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5" name="Espaço Reservado para Rodapé 4">
            <a:extLst>
              <a:ext uri="{FF2B5EF4-FFF2-40B4-BE49-F238E27FC236}">
                <a16:creationId xmlns:a16="http://schemas.microsoft.com/office/drawing/2014/main" id="{D4E1B7C8-DA74-800B-EE14-A39E9DB32DE4}"/>
              </a:ext>
            </a:extLst>
          </p:cNvPr>
          <p:cNvSpPr>
            <a:spLocks noGrp="1"/>
          </p:cNvSpPr>
          <p:nvPr>
            <p:ph type="ftr" sz="quarter" idx="3"/>
          </p:nvPr>
        </p:nvSpPr>
        <p:spPr>
          <a:xfrm>
            <a:off x="533399" y="6476998"/>
            <a:ext cx="8576637" cy="381003"/>
          </a:xfrm>
          <a:prstGeom prst="rect">
            <a:avLst/>
          </a:prstGeom>
        </p:spPr>
        <p:txBody>
          <a:bodyPr vert="horz" lIns="91440" tIns="45720" rIns="91440" bIns="45720" rtlCol="0" anchor="ctr"/>
          <a:lstStyle>
            <a:lvl1pPr algn="l" rtl="0">
              <a:defRPr sz="800">
                <a:solidFill>
                  <a:schemeClr val="tx2"/>
                </a:solidFill>
                <a:latin typeface="+mn-lt"/>
                <a:cs typeface="Arial" panose="020B0604020202020204" pitchFamily="34" charset="0"/>
              </a:defRPr>
            </a:lvl1pPr>
          </a:lstStyle>
          <a:p>
            <a:pPr rtl="0"/>
            <a:r>
              <a:rPr lang="pt-br"/>
              <a:t>Título da apresentação</a:t>
            </a:r>
            <a:endParaRPr lang="en-US"/>
          </a:p>
        </p:txBody>
      </p:sp>
      <p:sp>
        <p:nvSpPr>
          <p:cNvPr id="4" name="Espaço Reservado para Data 3">
            <a:extLst>
              <a:ext uri="{FF2B5EF4-FFF2-40B4-BE49-F238E27FC236}">
                <a16:creationId xmlns:a16="http://schemas.microsoft.com/office/drawing/2014/main" id="{3995753E-AF8A-7E04-8A1A-205B755A0215}"/>
              </a:ext>
            </a:extLst>
          </p:cNvPr>
          <p:cNvSpPr>
            <a:spLocks noGrp="1"/>
          </p:cNvSpPr>
          <p:nvPr>
            <p:ph type="dt" sz="half" idx="2"/>
          </p:nvPr>
        </p:nvSpPr>
        <p:spPr>
          <a:xfrm>
            <a:off x="9110036" y="6476998"/>
            <a:ext cx="188595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pPr rtl="0"/>
            <a:r>
              <a:rPr lang="en-US"/>
              <a:t>17/09/2025</a:t>
            </a:r>
          </a:p>
        </p:txBody>
      </p:sp>
      <p:sp>
        <p:nvSpPr>
          <p:cNvPr id="6" name="Espaço Reservado para o Número do Slide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9" y="6476998"/>
            <a:ext cx="65722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pPr rtl="0"/>
            <a:fld id="{AEAA3239-9EA4-4A65-A281-97F994456D9F}" type="slidenum">
              <a:rPr lang="en-US" smtClean="0"/>
              <a:pPr/>
              <a:t/>
            </a:fld>
            <a:endParaRPr lang="en-US"/>
          </a:p>
        </p:txBody>
      </p:sp>
    </p:spTree>
    <p:extLst>
      <p:ext uri="{BB962C8B-B14F-4D97-AF65-F5344CB8AC3E}">
        <p14:creationId xmlns:p14="http://schemas.microsoft.com/office/powerpoint/2010/main" val="25233485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Lst>
  <p:hf sldNum="0" hdr="0" ftr="0" dt="0"/>
  <p:txStyles>
    <p:titleStyle>
      <a:lvl1pPr algn="l" defTabSz="914400" rtl="0" eaLnBrk="1" latinLnBrk="0" hangingPunct="1">
        <a:lnSpc>
          <a:spcPct val="80000"/>
        </a:lnSpc>
        <a:spcBef>
          <a:spcPct val="0"/>
        </a:spcBef>
        <a:buNone/>
        <a:defRPr sz="3600" b="0" kern="1200" spc="0" baseline="0">
          <a:solidFill>
            <a:schemeClr val="tx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2160" userDrawn="1">
          <p15:clr>
            <a:srgbClr val="F26B43"/>
          </p15:clr>
        </p15:guide>
        <p15:guide id="31" pos="3840" userDrawn="1">
          <p15:clr>
            <a:srgbClr val="F26B43"/>
          </p15:clr>
        </p15:guide>
        <p15:guide id="32" pos="336" userDrawn="1">
          <p15:clr>
            <a:srgbClr val="F26B43"/>
          </p15:clr>
        </p15:guide>
        <p15:guide id="33" pos="7344" userDrawn="1">
          <p15:clr>
            <a:srgbClr val="F26B43"/>
          </p15:clr>
        </p15:guide>
        <p15:guide id="34" orient="horz" pos="4080" userDrawn="1">
          <p15:clr>
            <a:srgbClr val="F26B43"/>
          </p15:clr>
        </p15:guide>
        <p15:guide id="35" orient="horz" pos="1344" userDrawn="1">
          <p15:clr>
            <a:srgbClr val="F26B43"/>
          </p15:clr>
        </p15:guide>
        <p15:guide id="36" orient="horz" pos="3888" userDrawn="1">
          <p15:clr>
            <a:srgbClr val="F26B43"/>
          </p15:clr>
        </p15:guide>
      </p15:sldGuideLst>
    </p:ext>
  </p:extLst>
</p:sldMaster>
</file>

<file path=ppt/slides/_rels/slide_A0A_A0675F42.xml.rels><?xml version="1.0" encoding="UTF-8" standalone="yes"?>
<Relationships xmlns="http://schemas.openxmlformats.org/package/2006/relationships"><Relationship Id="rId3" Type="http://schemas.openxmlformats.org/officeDocument/2006/relationships/image" Target="../media/image_25CFA83F.jpeg"/><Relationship Id="rId2" Type="http://schemas.openxmlformats.org/officeDocument/2006/relationships/notesSlide" Target="../notesSlides/notesSlide_A0A_A0675F42.xml"/><Relationship Id="rId1" Type="http://schemas.openxmlformats.org/officeDocument/2006/relationships/slideLayout" Target="../slideLayouts/slideLayout_80000023_AB75DC2F.xml"/></Relationships>
</file>

<file path=ppt/slides/_rels/slide_A0B_A34E3F78.xml.rels><?xml version="1.0" encoding="UTF-8" standalone="yes"?>
<Relationships xmlns="http://schemas.openxmlformats.org/package/2006/relationships"><Relationship Id="rId3" Type="http://schemas.openxmlformats.org/officeDocument/2006/relationships/image" Target="../media/image_B90667D2.jpeg"/><Relationship Id="rId2" Type="http://schemas.openxmlformats.org/officeDocument/2006/relationships/notesSlide" Target="../notesSlides/notesSlide_A0B_A34E3F78.xml"/><Relationship Id="rId1" Type="http://schemas.openxmlformats.org/officeDocument/2006/relationships/slideLayout" Target="../slideLayouts/slideLayout_80000027_901A1892.xml"/></Relationships>
</file>

<file path=ppt/slides/_rels/slide_A01_701CEE1.xml.rels><?xml version="1.0" encoding="UTF-8" standalone="yes"?>
<Relationships xmlns="http://schemas.openxmlformats.org/package/2006/relationships"><Relationship Id="rId3" Type="http://schemas.openxmlformats.org/officeDocument/2006/relationships/image" Target="../media/image_91DBE32D.jpeg"/><Relationship Id="rId2" Type="http://schemas.openxmlformats.org/officeDocument/2006/relationships/notesSlide" Target="../notesSlides/notesSlide_A01_701CEE1.xml"/><Relationship Id="rId1" Type="http://schemas.openxmlformats.org/officeDocument/2006/relationships/slideLayout" Target="../slideLayouts/slideLayout_80000005_8B29236C.xml"/></Relationships>
</file>

<file path=ppt/slides/_rels/slide_A02_E6BC44BA.xml.rels><?xml version="1.0" encoding="UTF-8" standalone="yes"?>
<Relationships xmlns="http://schemas.openxmlformats.org/package/2006/relationships"><Relationship Id="rId2" Type="http://schemas.openxmlformats.org/officeDocument/2006/relationships/notesSlide" Target="../notesSlides/notesSlide_A02_E6BC44BA.xml"/><Relationship Id="rId1" Type="http://schemas.openxmlformats.org/officeDocument/2006/relationships/slideLayout" Target="../slideLayouts/slideLayout_80000018_4462E35C.xml"/></Relationships>
</file>

<file path=ppt/slides/_rels/slide_A03_3B7035B5.xml.rels><?xml version="1.0" encoding="UTF-8" standalone="yes"?>
<Relationships xmlns="http://schemas.openxmlformats.org/package/2006/relationships"><Relationship Id="rId3" Type="http://schemas.openxmlformats.org/officeDocument/2006/relationships/image" Target="../media/image_D26AD4CA.jpeg"/><Relationship Id="rId2" Type="http://schemas.openxmlformats.org/officeDocument/2006/relationships/notesSlide" Target="../notesSlides/notesSlide_A03_3B7035B5.xml"/><Relationship Id="rId1" Type="http://schemas.openxmlformats.org/officeDocument/2006/relationships/slideLayout" Target="../slideLayouts/slideLayout_80000031_A7767541.xml"/></Relationships>
</file>

<file path=ppt/slides/_rels/slide_A04_BE2A6CC7.xml.rels><?xml version="1.0" encoding="UTF-8" standalone="yes"?>
<Relationships xmlns="http://schemas.openxmlformats.org/package/2006/relationships"><Relationship Id="rId3" Type="http://schemas.openxmlformats.org/officeDocument/2006/relationships/image" Target="../media/image_D9D9DC6A.jpeg"/><Relationship Id="rId2" Type="http://schemas.openxmlformats.org/officeDocument/2006/relationships/notesSlide" Target="../notesSlides/notesSlide_A04_BE2A6CC7.xml"/><Relationship Id="rId1" Type="http://schemas.openxmlformats.org/officeDocument/2006/relationships/slideLayout" Target="../slideLayouts/slideLayout_80000023_AB75DC2F.xml"/></Relationships>
</file>

<file path=ppt/slides/_rels/slide_A05_BFB99675.xml.rels><?xml version="1.0" encoding="UTF-8" standalone="yes"?>
<Relationships xmlns="http://schemas.openxmlformats.org/package/2006/relationships"><Relationship Id="rId3" Type="http://schemas.openxmlformats.org/officeDocument/2006/relationships/image" Target="../media/image_972DBD91.jpeg"/><Relationship Id="rId2" Type="http://schemas.openxmlformats.org/officeDocument/2006/relationships/notesSlide" Target="../notesSlides/notesSlide_A05_BFB99675.xml"/><Relationship Id="rId1" Type="http://schemas.openxmlformats.org/officeDocument/2006/relationships/slideLayout" Target="../slideLayouts/slideLayout_80000024_1A56DA12.xml"/></Relationships>
</file>

<file path=ppt/slides/_rels/slide_A06_9DDAA337.xml.rels><?xml version="1.0" encoding="UTF-8" standalone="yes"?>
<Relationships xmlns="http://schemas.openxmlformats.org/package/2006/relationships"><Relationship Id="rId3" Type="http://schemas.openxmlformats.org/officeDocument/2006/relationships/image" Target="../media/image_DF42EFC7.jpeg"/><Relationship Id="rId2" Type="http://schemas.openxmlformats.org/officeDocument/2006/relationships/notesSlide" Target="../notesSlides/notesSlide_A06_9DDAA337.xml"/><Relationship Id="rId1" Type="http://schemas.openxmlformats.org/officeDocument/2006/relationships/slideLayout" Target="../slideLayouts/slideLayout_80000023_AB75DC2F.xml"/></Relationships>
</file>

<file path=ppt/slides/_rels/slide_A07_3ED9B239.xml.rels><?xml version="1.0" encoding="UTF-8" standalone="yes"?>
<Relationships xmlns="http://schemas.openxmlformats.org/package/2006/relationships"><Relationship Id="rId3" Type="http://schemas.openxmlformats.org/officeDocument/2006/relationships/image" Target="../media/image_5F8354BF.jpeg"/><Relationship Id="rId2" Type="http://schemas.openxmlformats.org/officeDocument/2006/relationships/notesSlide" Target="../notesSlides/notesSlide_A07_3ED9B239.xml"/><Relationship Id="rId1" Type="http://schemas.openxmlformats.org/officeDocument/2006/relationships/slideLayout" Target="../slideLayouts/slideLayout_80000031_A7767541.xml"/></Relationships>
</file>

<file path=ppt/slides/_rels/slide_A08_BE7D5A3A.xml.rels><?xml version="1.0" encoding="UTF-8" standalone="yes"?>
<Relationships xmlns="http://schemas.openxmlformats.org/package/2006/relationships"><Relationship Id="rId3" Type="http://schemas.openxmlformats.org/officeDocument/2006/relationships/image" Target="../media/image_CC6F49B4.jpeg"/><Relationship Id="rId2" Type="http://schemas.openxmlformats.org/officeDocument/2006/relationships/notesSlide" Target="../notesSlides/notesSlide_A08_BE7D5A3A.xml"/><Relationship Id="rId1" Type="http://schemas.openxmlformats.org/officeDocument/2006/relationships/slideLayout" Target="../slideLayouts/slideLayout_80000023_AB75DC2F.xml"/></Relationships>
</file>

<file path=ppt/slides/_rels/slide_A09_BF80907D.xml.rels><?xml version="1.0" encoding="UTF-8" standalone="yes"?>
<Relationships xmlns="http://schemas.openxmlformats.org/package/2006/relationships"><Relationship Id="rId3" Type="http://schemas.openxmlformats.org/officeDocument/2006/relationships/image" Target="../media/image_2122C8AC.jpeg"/><Relationship Id="rId2" Type="http://schemas.openxmlformats.org/officeDocument/2006/relationships/notesSlide" Target="../notesSlides/notesSlide_A09_BF80907D.xml"/><Relationship Id="rId1" Type="http://schemas.openxmlformats.org/officeDocument/2006/relationships/slideLayout" Target="../slideLayouts/slideLayout_80000023_AB75DC2F.xml"/></Relationships>
</file>

<file path=ppt/slides/slide_A0A_A0675F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DD787-F373-BAD6-9BE8-D8405E99073D}"/>
              </a:ext>
            </a:extLst>
          </p:cNvPr>
          <p:cNvSpPr>
            <a:spLocks noGrp="1"/>
          </p:cNvSpPr>
          <p:nvPr>
            <p:ph type="title"/>
          </p:nvPr>
        </p:nvSpPr>
        <p:spPr>
          <a:xfrm>
            <a:off x="4632163" y="1016955"/>
            <a:ext cx="7026437" cy="731520"/>
          </a:xfrm>
        </p:spPr>
        <p:txBody>
          <a:bodyPr anchor="t">
            <a:normAutofit/>
          </a:bodyPr>
          <a:lstStyle/>
          <a:p>
            <a:r>
              <a:rPr lang="en-US" sz="2500"/>
              <a:t>Próximos passos e possibilidades de evolução</a:t>
            </a:r>
          </a:p>
        </p:txBody>
      </p:sp>
      <p:pic>
        <p:nvPicPr>
          <p:cNvPr id="5" name="Content Placeholder 4" descr="Gráfico de negócios no tablet PC e na mídia impressa">
            <a:extLst>
              <a:ext uri="{FF2B5EF4-FFF2-40B4-BE49-F238E27FC236}">
                <a16:creationId xmlns:a16="http://schemas.microsoft.com/office/drawing/2014/main" id="{48125BB3-7251-4EF2-952C-3173DBCAFFBE}"/>
              </a:ext>
            </a:extLst>
          </p:cNvPr>
          <p:cNvPicPr>
            <a:picLocks noGrp="1" noChangeAspect="1"/>
          </p:cNvPicPr>
          <p:nvPr>
            <p:ph type="pic" sz="quarter" idx="13"/>
          </p:nvPr>
        </p:nvPicPr>
        <p:blipFill>
          <a:blip r:embed="rId3"/>
          <a:srcRect l="6353" r="54733" b="-2"/>
          <a:stretch>
            <a:fillRect/>
          </a:stretch>
        </p:blipFill>
        <p:spPr>
          <a:xfrm>
            <a:off x="20" y="1"/>
            <a:ext cx="3998113" cy="6858000"/>
          </a:xfrm>
        </p:spPr>
      </p:pic>
      <p:sp>
        <p:nvSpPr>
          <p:cNvPr id="4" name="Content Placeholder 3">
            <a:extLst>
              <a:ext uri="{FF2B5EF4-FFF2-40B4-BE49-F238E27FC236}">
                <a16:creationId xmlns:a16="http://schemas.microsoft.com/office/drawing/2014/main" id="{D1E2D7C5-A105-CAB2-A042-707EA412E6D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2145668"/>
            <a:ext cx="7026432" cy="4077331"/>
          </a:xfrm>
        </p:spPr>
        <p:txBody>
          <a:bodyPr>
            <a:normAutofit/>
          </a:bodyPr>
          <a:lstStyle/>
          <a:p>
            <a:pPr marL="0" lvl="0" indent="0">
              <a:spcBef>
                <a:spcPts val="2500"/>
              </a:spcBef>
              <a:buFont typeface="Arial" panose="020B0604020202020204" pitchFamily="34" charset="0"/>
              <a:buNone/>
            </a:pPr>
            <a:r>
              <a:rPr lang="en-US" b="1"/>
              <a:t>Ampliação das Fontes Monitoradas</a:t>
            </a:r>
          </a:p>
          <a:p>
            <a:pPr marL="0" lvl="1" indent="0">
              <a:buFont typeface="Arial" panose="020B0604020202020204" pitchFamily="34" charset="0"/>
              <a:buNone/>
            </a:pPr>
            <a:r>
              <a:rPr lang="en-US"/>
              <a:t>Incorporar portais oficiais, organismos internacionais e plataformas específicas para expandir o monitoramento de editais.</a:t>
            </a:r>
          </a:p>
          <a:p>
            <a:pPr marL="0" lvl="0" indent="0">
              <a:spcBef>
                <a:spcPts val="2500"/>
              </a:spcBef>
              <a:buFont typeface="Arial" panose="020B0604020202020204" pitchFamily="34" charset="0"/>
              <a:buNone/>
            </a:pPr>
            <a:r>
              <a:rPr lang="en-US" b="1"/>
              <a:t>Análises Avançadas com IA</a:t>
            </a:r>
          </a:p>
          <a:p>
            <a:pPr marL="0" lvl="1" indent="0">
              <a:buFont typeface="Arial" panose="020B0604020202020204" pitchFamily="34" charset="0"/>
              <a:buNone/>
            </a:pPr>
            <a:r>
              <a:rPr lang="en-US"/>
              <a:t>Utilizar inteligência artificial para gerar pareceres jurídicos detalhados a partir do conteúdo completo dos editais.</a:t>
            </a:r>
          </a:p>
          <a:p>
            <a:pPr marL="0" lvl="0" indent="0">
              <a:spcBef>
                <a:spcPts val="2500"/>
              </a:spcBef>
              <a:buFont typeface="Arial" panose="020B0604020202020204" pitchFamily="34" charset="0"/>
              <a:buNone/>
            </a:pPr>
            <a:r>
              <a:rPr lang="en-US" b="1"/>
              <a:t>Dashboards Executivos Sofisticados</a:t>
            </a:r>
          </a:p>
          <a:p>
            <a:pPr marL="0" lvl="1" indent="0">
              <a:buFont typeface="Arial" panose="020B0604020202020204" pitchFamily="34" charset="0"/>
              <a:buNone/>
            </a:pPr>
            <a:r>
              <a:rPr lang="en-US"/>
              <a:t>Desenvolver dashboards com indicadores visuais de desempenho, taxas de conversão e distribuição por área.</a:t>
            </a:r>
          </a:p>
          <a:p>
            <a:pPr marL="0" lvl="0" indent="0">
              <a:spcBef>
                <a:spcPts val="2500"/>
              </a:spcBef>
              <a:buFont typeface="Arial" panose="020B0604020202020204" pitchFamily="34" charset="0"/>
              <a:buNone/>
            </a:pPr>
            <a:r>
              <a:rPr lang="en-US" b="1"/>
              <a:t>Integração com Ferramentas Corporativas</a:t>
            </a:r>
          </a:p>
          <a:p>
            <a:pPr marL="0" lvl="1" indent="0">
              <a:buFont typeface="Arial" panose="020B0604020202020204" pitchFamily="34" charset="0"/>
              <a:buNone/>
            </a:pPr>
            <a:r>
              <a:rPr lang="en-US"/>
              <a:t>Ampliar o alcance estratégico por meio da integração com Power BI e sistemas de gestão interna.</a:t>
            </a:r>
          </a:p>
        </p:txBody>
      </p:sp>
    </p:spTree>
    <p:extLst>
      <p:ext uri="{BB962C8B-B14F-4D97-AF65-F5344CB8AC3E}">
        <p14:creationId xmlns:p14="http://schemas.microsoft.com/office/powerpoint/2010/main" val="26911291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B_A34E3F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479B8-BFAC-132C-C905-F1A7CD184F3A}"/>
              </a:ext>
            </a:extLst>
          </p:cNvPr>
          <p:cNvSpPr>
            <a:spLocks noGrp="1"/>
          </p:cNvSpPr>
          <p:nvPr>
            <p:ph type="title"/>
          </p:nvPr>
        </p:nvSpPr>
        <p:spPr>
          <a:xfrm>
            <a:off x="8212662" y="1016955"/>
            <a:ext cx="3445937" cy="1328932"/>
          </a:xfrm>
        </p:spPr>
        <p:txBody>
          <a:bodyPr anchor="t">
            <a:normAutofit/>
          </a:bodyPr>
          <a:lstStyle/>
          <a:p>
            <a:r>
              <a:rPr lang="en-US" sz="2500"/>
              <a:t>Conclusão: de oportunidades a decisões estratégicas</a:t>
            </a:r>
          </a:p>
        </p:txBody>
      </p:sp>
      <p:pic>
        <p:nvPicPr>
          <p:cNvPr id="5" name="Content Placeholder 4" descr="Cientistas examinam modelos de DNA no moderno Laboratório de Pesquisa Neurológica. Telas sensíveis ao toque. Vestindo roupa limpa e máscara protetora">
            <a:extLst>
              <a:ext uri="{FF2B5EF4-FFF2-40B4-BE49-F238E27FC236}">
                <a16:creationId xmlns:a16="http://schemas.microsoft.com/office/drawing/2014/main" id="{2ECBD78F-A575-4934-A520-07FC9DA7435E}"/>
              </a:ext>
            </a:extLst>
          </p:cNvPr>
          <p:cNvPicPr>
            <a:picLocks noGrp="1" noChangeAspect="1"/>
          </p:cNvPicPr>
          <p:nvPr>
            <p:ph type="pic" sz="quarter" idx="13"/>
          </p:nvPr>
        </p:nvPicPr>
        <p:blipFill>
          <a:blip r:embed="rId3"/>
          <a:stretch/>
        </p:blipFill>
        <p:spPr>
          <a:xfrm>
            <a:off x="0" y="1295959"/>
            <a:ext cx="7584144" cy="4266081"/>
          </a:xfrm>
        </p:spPr>
      </p:pic>
      <p:sp>
        <p:nvSpPr>
          <p:cNvPr id="4" name="Content Placeholder 3">
            <a:extLst>
              <a:ext uri="{FF2B5EF4-FFF2-40B4-BE49-F238E27FC236}">
                <a16:creationId xmlns:a16="http://schemas.microsoft.com/office/drawing/2014/main" id="{90C7AABD-C525-5570-ED12-62F8A654E8DF}"/>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12663" y="2495232"/>
            <a:ext cx="3445936" cy="3727767"/>
          </a:xfrm>
        </p:spPr>
        <p:txBody>
          <a:bodyPr>
            <a:normAutofit/>
          </a:bodyPr>
          <a:lstStyle/>
          <a:p>
            <a:pPr marL="0" lvl="0" indent="0">
              <a:spcBef>
                <a:spcPts val="2500"/>
              </a:spcBef>
              <a:buFont typeface="Arial" panose="020B0604020202020204" pitchFamily="34" charset="0"/>
              <a:buNone/>
            </a:pPr>
            <a:r>
              <a:rPr lang="en-US" b="1"/>
              <a:t>Transformação de Processos</a:t>
            </a:r>
          </a:p>
          <a:p>
            <a:pPr marL="0" lvl="1" indent="0">
              <a:buFont typeface="Arial" panose="020B0604020202020204" pitchFamily="34" charset="0"/>
              <a:buNone/>
            </a:pPr>
            <a:r>
              <a:rPr lang="en-US"/>
              <a:t>O Radar substitui processos manuais por fluxo automatizado para maior eficiência operacional.</a:t>
            </a:r>
          </a:p>
          <a:p>
            <a:pPr marL="0" lvl="0" indent="0">
              <a:spcBef>
                <a:spcPts val="2500"/>
              </a:spcBef>
              <a:buFont typeface="Arial" panose="020B0604020202020204" pitchFamily="34" charset="0"/>
              <a:buNone/>
            </a:pPr>
            <a:r>
              <a:rPr lang="en-US" b="1"/>
              <a:t>Suporte à Decisão Estratégica</a:t>
            </a:r>
          </a:p>
          <a:p>
            <a:pPr marL="0" lvl="1" indent="0">
              <a:buFont typeface="Arial" panose="020B0604020202020204" pitchFamily="34" charset="0"/>
              <a:buNone/>
            </a:pPr>
            <a:r>
              <a:rPr lang="en-US"/>
              <a:t>O sistema fortalece a capacidade de tomada de decisão da liderança com alertas e análises padronizadas.</a:t>
            </a:r>
          </a:p>
          <a:p>
            <a:pPr marL="0" lvl="0" indent="0">
              <a:spcBef>
                <a:spcPts val="2500"/>
              </a:spcBef>
              <a:buFont typeface="Arial" panose="020B0604020202020204" pitchFamily="34" charset="0"/>
              <a:buNone/>
            </a:pPr>
            <a:r>
              <a:rPr lang="en-US" b="1"/>
              <a:t>Ativo Institucional Duradouro</a:t>
            </a:r>
          </a:p>
          <a:p>
            <a:pPr marL="0" lvl="1" indent="0">
              <a:buFont typeface="Arial" panose="020B0604020202020204" pitchFamily="34" charset="0"/>
              <a:buNone/>
            </a:pPr>
            <a:r>
              <a:rPr lang="en-US"/>
              <a:t>Radar consolida conhecimento e apoia governança, garantindo valor estratégico a longo prazo.</a:t>
            </a:r>
          </a:p>
        </p:txBody>
      </p:sp>
    </p:spTree>
    <p:extLst>
      <p:ext uri="{BB962C8B-B14F-4D97-AF65-F5344CB8AC3E}">
        <p14:creationId xmlns:p14="http://schemas.microsoft.com/office/powerpoint/2010/main" val="27398142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1_701CE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FB6AE-F9CF-3C60-C6BD-A7E74FD7F664}"/>
              </a:ext>
            </a:extLst>
          </p:cNvPr>
          <p:cNvSpPr>
            <a:spLocks noGrp="1"/>
          </p:cNvSpPr>
          <p:nvPr>
            <p:ph type="ctrTitle"/>
          </p:nvPr>
        </p:nvSpPr>
        <p:spPr>
          <a:xfrm>
            <a:off x="533400" y="4572000"/>
            <a:ext cx="11125201" cy="1112520"/>
          </a:xfrm>
        </p:spPr>
        <p:txBody>
          <a:bodyPr anchor="b">
            <a:normAutofit/>
          </a:bodyPr>
          <a:lstStyle/>
          <a:p>
            <a:r>
              <a:rPr lang="en-US" sz="4500"/>
              <a:t>Radar de Editais Estratégicos</a:t>
            </a:r>
          </a:p>
        </p:txBody>
      </p:sp>
      <p:sp>
        <p:nvSpPr>
          <p:cNvPr id="3" name="Subtitle 2">
            <a:extLst>
              <a:ext uri="{FF2B5EF4-FFF2-40B4-BE49-F238E27FC236}">
                <a16:creationId xmlns:a16="http://schemas.microsoft.com/office/drawing/2014/main" id="{4D70E676-8CF1-445E-CA89-6F41748EA025}"/>
              </a:ext>
            </a:extLst>
          </p:cNvPr>
          <p:cNvSpPr>
            <a:spLocks noGrp="1"/>
          </p:cNvSpPr>
          <p:nvPr>
            <p:ph type="subTitle" idx="1"/>
          </p:nvPr>
        </p:nvSpPr>
        <p:spPr>
          <a:xfrm>
            <a:off x="533400" y="5715000"/>
            <a:ext cx="11125201" cy="533400"/>
          </a:xfrm>
        </p:spPr>
        <p:txBody>
          <a:bodyPr anchor="t">
            <a:normAutofit/>
          </a:bodyPr>
          <a:lstStyle/>
          <a:p>
            <a:r>
              <a:rPr lang="en-US"/>
              <a:t>Monitoramento atualizado para oportunidades de financiamento</a:t>
            </a:r>
          </a:p>
        </p:txBody>
      </p:sp>
      <p:pic>
        <p:nvPicPr>
          <p:cNvPr id="4" name="Picture 3">
            <a:extLst>
              <a:ext uri="{FF2B5EF4-FFF2-40B4-BE49-F238E27FC236}">
                <a16:creationId xmlns:a16="http://schemas.microsoft.com/office/drawing/2014/main" id="{576E69B7-7777-4E2E-AFF4-90DB9709AAA2}"/>
              </a:ext>
            </a:extLst>
          </p:cNvPr>
          <p:cNvPicPr>
            <a:picLocks noChangeAspect="1"/>
          </p:cNvPicPr>
          <p:nvPr/>
        </p:nvPicPr>
        <p:blipFill>
          <a:blip r:embed="rId3"/>
          <a:srcRect t="26005" b="21320"/>
          <a:stretch>
            <a:fillRect/>
          </a:stretch>
        </p:blipFill>
        <p:spPr>
          <a:xfrm>
            <a:off x="20" y="10"/>
            <a:ext cx="12191979" cy="3981754"/>
          </a:xfrm>
          <a:prstGeom prst="rect">
            <a:avLst/>
          </a:prstGeom>
        </p:spPr>
      </p:pic>
    </p:spTree>
    <p:extLst>
      <p:ext uri="{BB962C8B-B14F-4D97-AF65-F5344CB8AC3E}">
        <p14:creationId xmlns:p14="http://schemas.microsoft.com/office/powerpoint/2010/main" val="117559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_A02_E6BC44B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FA0EF-F27B-2F99-8EA2-FA407311EC67}"/>
              </a:ext>
            </a:extLst>
          </p:cNvPr>
          <p:cNvSpPr>
            <a:spLocks noGrp="1"/>
          </p:cNvSpPr>
          <p:nvPr>
            <p:ph type="ctrTitle"/>
          </p:nvPr>
        </p:nvSpPr>
        <p:spPr>
          <a:xfrm>
            <a:off x="533400" y="1143000"/>
            <a:ext cx="8576636" cy="5271008"/>
          </a:xfrm>
        </p:spPr>
        <p:txBody>
          <a:bodyPr anchor="b">
            <a:normAutofit/>
          </a:bodyPr>
          <a:lstStyle/>
          <a:p>
            <a:r>
              <a:rPr lang="en-US"/>
              <a:t>Apresentação do Sistema de Inteligência de Oportunidades</a:t>
            </a:r>
          </a:p>
        </p:txBody>
      </p:sp>
    </p:spTree>
    <p:extLst>
      <p:ext uri="{BB962C8B-B14F-4D97-AF65-F5344CB8AC3E}">
        <p14:creationId xmlns:p14="http://schemas.microsoft.com/office/powerpoint/2010/main" val="38710980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3B7035B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58CB3-FCBF-CE5B-7824-D6F629E19729}"/>
              </a:ext>
            </a:extLst>
          </p:cNvPr>
          <p:cNvSpPr>
            <a:spLocks noGrp="1"/>
          </p:cNvSpPr>
          <p:nvPr>
            <p:ph type="title"/>
          </p:nvPr>
        </p:nvSpPr>
        <p:spPr>
          <a:xfrm>
            <a:off x="533399" y="1016955"/>
            <a:ext cx="4810129" cy="1269482"/>
          </a:xfrm>
        </p:spPr>
        <p:txBody>
          <a:bodyPr anchor="t">
            <a:normAutofit/>
          </a:bodyPr>
          <a:lstStyle/>
          <a:p>
            <a:r>
              <a:rPr lang="en-US" sz="3100"/>
              <a:t>Radar de Editais Estratégicos: visão geral da solução</a:t>
            </a:r>
          </a:p>
        </p:txBody>
      </p:sp>
      <p:pic>
        <p:nvPicPr>
          <p:cNvPr id="5" name="Content Placeholder 4" descr="Email marketing, mensagens online, segurança de rede, internet">
            <a:extLst>
              <a:ext uri="{FF2B5EF4-FFF2-40B4-BE49-F238E27FC236}">
                <a16:creationId xmlns:a16="http://schemas.microsoft.com/office/drawing/2014/main" id="{5E582A03-A59C-4707-BF41-87770AFF78B9}"/>
              </a:ext>
            </a:extLst>
          </p:cNvPr>
          <p:cNvPicPr>
            <a:picLocks noGrp="1" noChangeAspect="1"/>
          </p:cNvPicPr>
          <p:nvPr>
            <p:ph type="pic" sz="quarter" idx="13"/>
          </p:nvPr>
        </p:nvPicPr>
        <p:blipFill>
          <a:blip r:embed="rId3"/>
          <a:srcRect l="9313" r="19623" b="1"/>
          <a:stretch>
            <a:fillRect/>
          </a:stretch>
        </p:blipFill>
        <p:spPr>
          <a:xfrm>
            <a:off x="634030" y="2495234"/>
            <a:ext cx="4709498" cy="3727766"/>
          </a:xfrm>
        </p:spPr>
      </p:pic>
      <p:sp>
        <p:nvSpPr>
          <p:cNvPr id="4" name="Content Placeholder 3">
            <a:extLst>
              <a:ext uri="{FF2B5EF4-FFF2-40B4-BE49-F238E27FC236}">
                <a16:creationId xmlns:a16="http://schemas.microsoft.com/office/drawing/2014/main" id="{7FDF22A5-949E-6F81-5490-EB4995F215E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1010614"/>
            <a:ext cx="5753037" cy="5212386"/>
          </a:xfrm>
        </p:spPr>
        <p:txBody>
          <a:bodyPr>
            <a:normAutofit/>
          </a:bodyPr>
          <a:lstStyle/>
          <a:p>
            <a:pPr marL="0" lvl="0" indent="0">
              <a:spcBef>
                <a:spcPts val="2500"/>
              </a:spcBef>
              <a:buFont typeface="Arial" panose="020B0604020202020204" pitchFamily="34" charset="0"/>
              <a:buNone/>
            </a:pPr>
            <a:r>
              <a:rPr lang="en-US" b="1"/>
              <a:t>Automação e Organização de Dados</a:t>
            </a:r>
          </a:p>
          <a:p>
            <a:pPr marL="0" lvl="1" indent="0">
              <a:buFont typeface="Arial" panose="020B0604020202020204" pitchFamily="34" charset="0"/>
              <a:buNone/>
            </a:pPr>
            <a:r>
              <a:rPr lang="en-US"/>
              <a:t>O sistema automatiza a coleta e organização de informações de editais, usando filtragem por palavras-chave e base Excel atualizável.</a:t>
            </a:r>
          </a:p>
          <a:p>
            <a:pPr marL="0" lvl="0" indent="0">
              <a:spcBef>
                <a:spcPts val="2500"/>
              </a:spcBef>
              <a:buFont typeface="Arial" panose="020B0604020202020204" pitchFamily="34" charset="0"/>
              <a:buNone/>
            </a:pPr>
            <a:r>
              <a:rPr lang="en-US" b="1"/>
              <a:t>Redução do Tempo de Busca</a:t>
            </a:r>
          </a:p>
          <a:p>
            <a:pPr marL="0" lvl="1" indent="0">
              <a:buFont typeface="Arial" panose="020B0604020202020204" pitchFamily="34" charset="0"/>
              <a:buNone/>
            </a:pPr>
            <a:r>
              <a:rPr lang="en-US"/>
              <a:t>O Radar reduz significativamente o tempo gasto na busca por oportunidades, eliminando processos manuais e repetitivos.</a:t>
            </a:r>
          </a:p>
          <a:p>
            <a:pPr marL="0" lvl="0" indent="0">
              <a:spcBef>
                <a:spcPts val="2500"/>
              </a:spcBef>
              <a:buFont typeface="Arial" panose="020B0604020202020204" pitchFamily="34" charset="0"/>
              <a:buNone/>
            </a:pPr>
            <a:r>
              <a:rPr lang="en-US" b="1"/>
              <a:t>Inteligência e Triagem Automatizada</a:t>
            </a:r>
          </a:p>
          <a:p>
            <a:pPr marL="0" lvl="1" indent="0">
              <a:buFont typeface="Arial" panose="020B0604020202020204" pitchFamily="34" charset="0"/>
              <a:buNone/>
            </a:pPr>
            <a:r>
              <a:rPr lang="en-US"/>
              <a:t>Cada edital é automaticamente triado, classificando aderência, sugerindo decisões e identificando riscos para suporte gerencial.</a:t>
            </a:r>
          </a:p>
          <a:p>
            <a:pPr marL="0" lvl="0" indent="0">
              <a:spcBef>
                <a:spcPts val="2500"/>
              </a:spcBef>
              <a:buFont typeface="Arial" panose="020B0604020202020204" pitchFamily="34" charset="0"/>
              <a:buNone/>
            </a:pPr>
            <a:r>
              <a:rPr lang="en-US" b="1"/>
              <a:t>Alertas Automáticos por E-mail</a:t>
            </a:r>
          </a:p>
          <a:p>
            <a:pPr marL="0" lvl="1" indent="0">
              <a:buFont typeface="Arial" panose="020B0604020202020204" pitchFamily="34" charset="0"/>
              <a:buNone/>
            </a:pPr>
            <a:r>
              <a:rPr lang="en-US"/>
              <a:t>O sistema envia alertas imediatos por e-mail para manter a liderança informada sobre novas oportunidades relevantes.</a:t>
            </a:r>
          </a:p>
        </p:txBody>
      </p:sp>
    </p:spTree>
    <p:extLst>
      <p:ext uri="{BB962C8B-B14F-4D97-AF65-F5344CB8AC3E}">
        <p14:creationId xmlns:p14="http://schemas.microsoft.com/office/powerpoint/2010/main" val="9972095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4_BE2A6CC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03359-EBC4-B4F5-5FE1-0E40FF0BCDB3}"/>
              </a:ext>
            </a:extLst>
          </p:cNvPr>
          <p:cNvSpPr>
            <a:spLocks noGrp="1"/>
          </p:cNvSpPr>
          <p:nvPr>
            <p:ph type="title"/>
          </p:nvPr>
        </p:nvSpPr>
        <p:spPr>
          <a:xfrm>
            <a:off x="4632163" y="1016955"/>
            <a:ext cx="7026437" cy="731520"/>
          </a:xfrm>
        </p:spPr>
        <p:txBody>
          <a:bodyPr anchor="t">
            <a:normAutofit/>
          </a:bodyPr>
          <a:lstStyle/>
          <a:p>
            <a:r>
              <a:rPr lang="en-US" sz="2500"/>
              <a:t>O problema atual na busca e gestão de editais</a:t>
            </a:r>
          </a:p>
        </p:txBody>
      </p:sp>
      <p:pic>
        <p:nvPicPr>
          <p:cNvPr id="5" name="Content Placeholder 4" descr="Arquivos em fundo digital">
            <a:extLst>
              <a:ext uri="{FF2B5EF4-FFF2-40B4-BE49-F238E27FC236}">
                <a16:creationId xmlns:a16="http://schemas.microsoft.com/office/drawing/2014/main" id="{EA31AD2B-3871-49B7-9AE7-D1DD8006EF03}"/>
              </a:ext>
            </a:extLst>
          </p:cNvPr>
          <p:cNvPicPr>
            <a:picLocks noGrp="1" noChangeAspect="1"/>
          </p:cNvPicPr>
          <p:nvPr>
            <p:ph type="pic" sz="quarter" idx="13"/>
          </p:nvPr>
        </p:nvPicPr>
        <p:blipFill>
          <a:blip r:embed="rId3"/>
          <a:srcRect l="31169" r="29917" b="-2"/>
          <a:stretch>
            <a:fillRect/>
          </a:stretch>
        </p:blipFill>
        <p:spPr>
          <a:xfrm>
            <a:off x="20" y="1"/>
            <a:ext cx="3998113" cy="6858000"/>
          </a:xfrm>
        </p:spPr>
      </p:pic>
      <p:sp>
        <p:nvSpPr>
          <p:cNvPr id="4" name="Content Placeholder 3">
            <a:extLst>
              <a:ext uri="{FF2B5EF4-FFF2-40B4-BE49-F238E27FC236}">
                <a16:creationId xmlns:a16="http://schemas.microsoft.com/office/drawing/2014/main" id="{DD70175B-7C19-B585-6E81-4644FB59421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2145668"/>
            <a:ext cx="7026432" cy="4077331"/>
          </a:xfrm>
        </p:spPr>
        <p:txBody>
          <a:bodyPr>
            <a:normAutofit/>
          </a:bodyPr>
          <a:lstStyle/>
          <a:p>
            <a:pPr marL="0" lvl="0" indent="0">
              <a:spcBef>
                <a:spcPts val="2500"/>
              </a:spcBef>
              <a:buFont typeface="Arial" panose="020B0604020202020204" pitchFamily="34" charset="0"/>
              <a:buNone/>
            </a:pPr>
            <a:r>
              <a:rPr lang="en-US" b="1"/>
              <a:t>Busca Fragmentada e Manual</a:t>
            </a:r>
          </a:p>
          <a:p>
            <a:pPr marL="0" lvl="1" indent="0">
              <a:buFont typeface="Arial" panose="020B0604020202020204" pitchFamily="34" charset="0"/>
              <a:buNone/>
            </a:pPr>
            <a:r>
              <a:rPr lang="en-US"/>
              <a:t>A busca tradicional por editais depende de processos manuais e consultas esporádicas, aumentando riscos de perda de prazos.</a:t>
            </a:r>
          </a:p>
          <a:p>
            <a:pPr marL="0" lvl="0" indent="0">
              <a:spcBef>
                <a:spcPts val="2500"/>
              </a:spcBef>
              <a:buFont typeface="Arial" panose="020B0604020202020204" pitchFamily="34" charset="0"/>
              <a:buNone/>
            </a:pPr>
            <a:r>
              <a:rPr lang="en-US" b="1"/>
              <a:t>Falta de Registro Estruturado</a:t>
            </a:r>
          </a:p>
          <a:p>
            <a:pPr marL="0" lvl="1" indent="0">
              <a:buFont typeface="Arial" panose="020B0604020202020204" pitchFamily="34" charset="0"/>
              <a:buNone/>
            </a:pPr>
            <a:r>
              <a:rPr lang="en-US"/>
              <a:t>Ausência de mecanismos para registrar e acompanhar editais gera retrabalho e dificulta o acompanhamento do pipeline.</a:t>
            </a:r>
          </a:p>
          <a:p>
            <a:pPr marL="0" lvl="0" indent="0">
              <a:spcBef>
                <a:spcPts val="2500"/>
              </a:spcBef>
              <a:buFont typeface="Arial" panose="020B0604020202020204" pitchFamily="34" charset="0"/>
              <a:buNone/>
            </a:pPr>
            <a:r>
              <a:rPr lang="en-US" b="1"/>
              <a:t>Ausência de Critérios Padronizados</a:t>
            </a:r>
          </a:p>
          <a:p>
            <a:pPr marL="0" lvl="1" indent="0">
              <a:buFont typeface="Arial" panose="020B0604020202020204" pitchFamily="34" charset="0"/>
              <a:buNone/>
            </a:pPr>
            <a:r>
              <a:rPr lang="en-US"/>
              <a:t>Decisões sobre participação em editais são feitas sem critérios padronizados, causando inconsistência e análises ad hoc.</a:t>
            </a:r>
          </a:p>
          <a:p>
            <a:pPr marL="0" lvl="0" indent="0">
              <a:spcBef>
                <a:spcPts val="2500"/>
              </a:spcBef>
              <a:buFont typeface="Arial" panose="020B0604020202020204" pitchFamily="34" charset="0"/>
              <a:buNone/>
            </a:pPr>
            <a:r>
              <a:rPr lang="en-US" b="1"/>
              <a:t>Impacto na Gestão do Conhecimento</a:t>
            </a:r>
          </a:p>
          <a:p>
            <a:pPr marL="0" lvl="1" indent="0">
              <a:buFont typeface="Arial" panose="020B0604020202020204" pitchFamily="34" charset="0"/>
              <a:buNone/>
            </a:pPr>
            <a:r>
              <a:rPr lang="en-US"/>
              <a:t>Falta de organização compromete o registro de aprendizados, exigências e riscos, reduzindo a capacidade estratégica.</a:t>
            </a:r>
          </a:p>
        </p:txBody>
      </p:sp>
    </p:spTree>
    <p:extLst>
      <p:ext uri="{BB962C8B-B14F-4D97-AF65-F5344CB8AC3E}">
        <p14:creationId xmlns:p14="http://schemas.microsoft.com/office/powerpoint/2010/main" val="31904513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5_BFB996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46998-1F58-D68A-8EE6-1755FCB8C349}"/>
              </a:ext>
            </a:extLst>
          </p:cNvPr>
          <p:cNvSpPr>
            <a:spLocks noGrp="1"/>
          </p:cNvSpPr>
          <p:nvPr>
            <p:ph type="title"/>
          </p:nvPr>
        </p:nvSpPr>
        <p:spPr>
          <a:xfrm>
            <a:off x="533401" y="1016955"/>
            <a:ext cx="6858000" cy="731519"/>
          </a:xfrm>
        </p:spPr>
        <p:txBody>
          <a:bodyPr anchor="t">
            <a:normAutofit/>
          </a:bodyPr>
          <a:lstStyle/>
          <a:p>
            <a:r>
              <a:rPr lang="en-US" sz="2500"/>
              <a:t>A solução proposta: automação e inteligência</a:t>
            </a:r>
          </a:p>
        </p:txBody>
      </p:sp>
      <p:sp>
        <p:nvSpPr>
          <p:cNvPr id="4" name="Content Placeholder 3">
            <a:extLst>
              <a:ext uri="{FF2B5EF4-FFF2-40B4-BE49-F238E27FC236}">
                <a16:creationId xmlns:a16="http://schemas.microsoft.com/office/drawing/2014/main" id="{E2B9EA30-8538-723E-514E-8D08A61C3B3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3401" y="2145668"/>
            <a:ext cx="6858000" cy="4093526"/>
          </a:xfrm>
        </p:spPr>
        <p:txBody>
          <a:bodyPr>
            <a:normAutofit/>
          </a:bodyPr>
          <a:lstStyle/>
          <a:p>
            <a:pPr marL="0" lvl="0" indent="0">
              <a:spcBef>
                <a:spcPts val="2500"/>
              </a:spcBef>
              <a:buFont typeface="Arial" panose="020B0604020202020204" pitchFamily="34" charset="0"/>
              <a:buNone/>
            </a:pPr>
            <a:r>
              <a:rPr lang="en-US" b="1"/>
              <a:t>Coleta Automática de Dados</a:t>
            </a:r>
          </a:p>
          <a:p>
            <a:pPr marL="0" lvl="1" indent="0">
              <a:buFont typeface="Arial" panose="020B0604020202020204" pitchFamily="34" charset="0"/>
              <a:buNone/>
            </a:pPr>
            <a:r>
              <a:rPr lang="en-US"/>
              <a:t>O sistema realiza coleta diária automática de oportunidades em fontes públicas, eliminando buscas manuais repetitivas.</a:t>
            </a:r>
          </a:p>
          <a:p>
            <a:pPr marL="0" lvl="0" indent="0">
              <a:spcBef>
                <a:spcPts val="2500"/>
              </a:spcBef>
              <a:buFont typeface="Arial" panose="020B0604020202020204" pitchFamily="34" charset="0"/>
              <a:buNone/>
            </a:pPr>
            <a:r>
              <a:rPr lang="en-US" b="1"/>
              <a:t>Filtros Inteligentes</a:t>
            </a:r>
          </a:p>
          <a:p>
            <a:pPr marL="0" lvl="1" indent="0">
              <a:buFont typeface="Arial" panose="020B0604020202020204" pitchFamily="34" charset="0"/>
              <a:buNone/>
            </a:pPr>
            <a:r>
              <a:rPr lang="en-US"/>
              <a:t>Aplicação de filtros baseados em palavras-chave para garantir oportunidades alinhadas às áreas de atuação.</a:t>
            </a:r>
          </a:p>
          <a:p>
            <a:pPr marL="0" lvl="0" indent="0">
              <a:spcBef>
                <a:spcPts val="2500"/>
              </a:spcBef>
              <a:buFont typeface="Arial" panose="020B0604020202020204" pitchFamily="34" charset="0"/>
              <a:buNone/>
            </a:pPr>
            <a:r>
              <a:rPr lang="en-US" b="1"/>
              <a:t>Organização e Análise Estruturada</a:t>
            </a:r>
          </a:p>
          <a:p>
            <a:pPr marL="0" lvl="1" indent="0">
              <a:buFont typeface="Arial" panose="020B0604020202020204" pitchFamily="34" charset="0"/>
              <a:buNone/>
            </a:pPr>
            <a:r>
              <a:rPr lang="en-US"/>
              <a:t>Editais são organizados em base Excel e classificados quanto à aderência estratégica e riscos.</a:t>
            </a:r>
          </a:p>
          <a:p>
            <a:pPr marL="0" lvl="0" indent="0">
              <a:spcBef>
                <a:spcPts val="2500"/>
              </a:spcBef>
              <a:buFont typeface="Arial" panose="020B0604020202020204" pitchFamily="34" charset="0"/>
              <a:buNone/>
            </a:pPr>
            <a:r>
              <a:rPr lang="en-US" b="1"/>
              <a:t>Alertas Automáticos e Escalabilidade</a:t>
            </a:r>
          </a:p>
          <a:p>
            <a:pPr marL="0" lvl="1" indent="0">
              <a:buFont typeface="Arial" panose="020B0604020202020204" pitchFamily="34" charset="0"/>
              <a:buNone/>
            </a:pPr>
            <a:r>
              <a:rPr lang="en-US"/>
              <a:t>Envio automático de alertas por e-mail e sistema escalável para futuras integrações e evolução.</a:t>
            </a:r>
          </a:p>
        </p:txBody>
      </p:sp>
      <p:pic>
        <p:nvPicPr>
          <p:cNvPr id="5" name="Content Placeholder 4" descr="Ilustração 3D abstrata.">
            <a:extLst>
              <a:ext uri="{FF2B5EF4-FFF2-40B4-BE49-F238E27FC236}">
                <a16:creationId xmlns:a16="http://schemas.microsoft.com/office/drawing/2014/main" id="{77143345-FD7D-4D58-9F30-CF97F577E6E1}"/>
              </a:ext>
            </a:extLst>
          </p:cNvPr>
          <p:cNvPicPr>
            <a:picLocks noGrp="1" noChangeAspect="1"/>
          </p:cNvPicPr>
          <p:nvPr>
            <p:ph type="pic" sz="quarter" idx="18"/>
          </p:nvPr>
        </p:nvPicPr>
        <p:blipFill>
          <a:blip r:embed="rId3"/>
          <a:srcRect l="30146" r="26130"/>
          <a:stretch>
            <a:fillRect/>
          </a:stretch>
        </p:blipFill>
        <p:spPr>
          <a:xfrm>
            <a:off x="8193866" y="1"/>
            <a:ext cx="3998133" cy="6858000"/>
          </a:xfrm>
        </p:spPr>
      </p:pic>
    </p:spTree>
    <p:extLst>
      <p:ext uri="{BB962C8B-B14F-4D97-AF65-F5344CB8AC3E}">
        <p14:creationId xmlns:p14="http://schemas.microsoft.com/office/powerpoint/2010/main" val="32166109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6_9DDAA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A4D49-1815-88A5-73AE-E375D8ADC1DA}"/>
              </a:ext>
            </a:extLst>
          </p:cNvPr>
          <p:cNvSpPr>
            <a:spLocks noGrp="1"/>
          </p:cNvSpPr>
          <p:nvPr>
            <p:ph type="title"/>
          </p:nvPr>
        </p:nvSpPr>
        <p:spPr>
          <a:xfrm>
            <a:off x="4632163" y="1016955"/>
            <a:ext cx="7026437" cy="731520"/>
          </a:xfrm>
        </p:spPr>
        <p:txBody>
          <a:bodyPr anchor="t">
            <a:normAutofit/>
          </a:bodyPr>
          <a:lstStyle/>
          <a:p>
            <a:r>
              <a:rPr lang="en-US" sz="2500"/>
              <a:t>Como o sistema funciona na prática</a:t>
            </a:r>
          </a:p>
        </p:txBody>
      </p:sp>
      <p:pic>
        <p:nvPicPr>
          <p:cNvPr id="5" name="Content Placeholder 4" descr="Transmissão de dados">
            <a:extLst>
              <a:ext uri="{FF2B5EF4-FFF2-40B4-BE49-F238E27FC236}">
                <a16:creationId xmlns:a16="http://schemas.microsoft.com/office/drawing/2014/main" id="{46A6ABC8-4F2F-4755-92F7-6D8A6FD1FF1D}"/>
              </a:ext>
            </a:extLst>
          </p:cNvPr>
          <p:cNvPicPr>
            <a:picLocks noGrp="1" noChangeAspect="1"/>
          </p:cNvPicPr>
          <p:nvPr>
            <p:ph type="pic" sz="quarter" idx="13"/>
          </p:nvPr>
        </p:nvPicPr>
        <p:blipFill>
          <a:blip r:embed="rId3"/>
          <a:srcRect l="28786" r="27490"/>
          <a:stretch>
            <a:fillRect/>
          </a:stretch>
        </p:blipFill>
        <p:spPr>
          <a:xfrm>
            <a:off x="20" y="1"/>
            <a:ext cx="3998113" cy="6858000"/>
          </a:xfrm>
        </p:spPr>
      </p:pic>
      <p:sp>
        <p:nvSpPr>
          <p:cNvPr id="4" name="Content Placeholder 3">
            <a:extLst>
              <a:ext uri="{FF2B5EF4-FFF2-40B4-BE49-F238E27FC236}">
                <a16:creationId xmlns:a16="http://schemas.microsoft.com/office/drawing/2014/main" id="{F8038B55-1239-68FA-D54F-5B5B7C718E5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2145668"/>
            <a:ext cx="7026432" cy="4077331"/>
          </a:xfrm>
        </p:spPr>
        <p:txBody>
          <a:bodyPr>
            <a:normAutofit/>
          </a:bodyPr>
          <a:lstStyle/>
          <a:p>
            <a:pPr marL="0" lvl="0" indent="0">
              <a:spcBef>
                <a:spcPts val="2500"/>
              </a:spcBef>
              <a:buFont typeface="Arial" panose="020B0604020202020204" pitchFamily="34" charset="0"/>
              <a:buNone/>
            </a:pPr>
            <a:r>
              <a:rPr lang="en-US" b="1"/>
              <a:t>Consulta Automática de Fontes</a:t>
            </a:r>
          </a:p>
          <a:p>
            <a:pPr marL="0" lvl="1" indent="0">
              <a:buFont typeface="Arial" panose="020B0604020202020204" pitchFamily="34" charset="0"/>
              <a:buNone/>
            </a:pPr>
            <a:r>
              <a:rPr lang="en-US"/>
              <a:t>O sistema começa com a coleta automática de dados em fontes públicas, como portais de notícias e páginas oficiais.</a:t>
            </a:r>
          </a:p>
          <a:p>
            <a:pPr marL="0" lvl="0" indent="0">
              <a:spcBef>
                <a:spcPts val="2500"/>
              </a:spcBef>
              <a:buFont typeface="Arial" panose="020B0604020202020204" pitchFamily="34" charset="0"/>
              <a:buNone/>
            </a:pPr>
            <a:r>
              <a:rPr lang="en-US" b="1"/>
              <a:t>Filtragem e Registro de Dados</a:t>
            </a:r>
          </a:p>
          <a:p>
            <a:pPr marL="0" lvl="1" indent="0">
              <a:buFont typeface="Arial" panose="020B0604020202020204" pitchFamily="34" charset="0"/>
              <a:buNone/>
            </a:pPr>
            <a:r>
              <a:rPr lang="en-US"/>
              <a:t>Dados são filtrados por termos estratégicos e registrados em base Excel para evitar duplicidades e organizar histórico.</a:t>
            </a:r>
          </a:p>
          <a:p>
            <a:pPr marL="0" lvl="0" indent="0">
              <a:spcBef>
                <a:spcPts val="2500"/>
              </a:spcBef>
              <a:buFont typeface="Arial" panose="020B0604020202020204" pitchFamily="34" charset="0"/>
              <a:buNone/>
            </a:pPr>
            <a:r>
              <a:rPr lang="en-US" b="1"/>
              <a:t>Análise Automatizada das Oportunidades</a:t>
            </a:r>
          </a:p>
          <a:p>
            <a:pPr marL="0" lvl="1" indent="0">
              <a:buFont typeface="Arial" panose="020B0604020202020204" pitchFamily="34" charset="0"/>
              <a:buNone/>
            </a:pPr>
            <a:r>
              <a:rPr lang="en-US"/>
              <a:t>Cada registro recebe análise que gera resumo, identifica requisitos, avalia riscos e sugere decisões estratégicas.</a:t>
            </a:r>
          </a:p>
          <a:p>
            <a:pPr marL="0" lvl="0" indent="0">
              <a:spcBef>
                <a:spcPts val="2500"/>
              </a:spcBef>
              <a:buFont typeface="Arial" panose="020B0604020202020204" pitchFamily="34" charset="0"/>
              <a:buNone/>
            </a:pPr>
            <a:r>
              <a:rPr lang="en-US" b="1"/>
              <a:t>Notificações Automáticas por E-mail</a:t>
            </a:r>
          </a:p>
          <a:p>
            <a:pPr marL="0" lvl="1" indent="0">
              <a:buFont typeface="Arial" panose="020B0604020202020204" pitchFamily="34" charset="0"/>
              <a:buNone/>
            </a:pPr>
            <a:r>
              <a:rPr lang="en-US"/>
              <a:t>Novas oportunidades geram e-mails automáticos com resumos claros e links diretos para consultas rápidas.</a:t>
            </a:r>
          </a:p>
        </p:txBody>
      </p:sp>
    </p:spTree>
    <p:extLst>
      <p:ext uri="{BB962C8B-B14F-4D97-AF65-F5344CB8AC3E}">
        <p14:creationId xmlns:p14="http://schemas.microsoft.com/office/powerpoint/2010/main" val="26483515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7_3ED9B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B305-6B32-1BF1-2F44-0FA89C74A82F}"/>
              </a:ext>
            </a:extLst>
          </p:cNvPr>
          <p:cNvSpPr>
            <a:spLocks noGrp="1"/>
          </p:cNvSpPr>
          <p:nvPr>
            <p:ph type="title"/>
          </p:nvPr>
        </p:nvSpPr>
        <p:spPr>
          <a:xfrm>
            <a:off x="533399" y="1016955"/>
            <a:ext cx="4810129" cy="1269482"/>
          </a:xfrm>
        </p:spPr>
        <p:txBody>
          <a:bodyPr anchor="t">
            <a:normAutofit/>
          </a:bodyPr>
          <a:lstStyle/>
          <a:p>
            <a:r>
              <a:rPr lang="en-US" sz="3100"/>
              <a:t>Principais capacidades do Radar de Editais</a:t>
            </a:r>
          </a:p>
        </p:txBody>
      </p:sp>
      <p:pic>
        <p:nvPicPr>
          <p:cNvPr id="5" name="Content Placeholder 4" descr="Interface médica do futuro, um sistema para gerenciar dados médicos obtidos por meio da varredura e visualização da rede neural do cérebro humano. A medicina do futuro deve ter todos os métodos modernos de diagnóstico e terapia, além de equipamentos de alta tecnologia.">
            <a:extLst>
              <a:ext uri="{FF2B5EF4-FFF2-40B4-BE49-F238E27FC236}">
                <a16:creationId xmlns:a16="http://schemas.microsoft.com/office/drawing/2014/main" id="{BFEAF081-8852-428B-92AF-0189AB3AC576}"/>
              </a:ext>
            </a:extLst>
          </p:cNvPr>
          <p:cNvPicPr>
            <a:picLocks noGrp="1" noChangeAspect="1"/>
          </p:cNvPicPr>
          <p:nvPr>
            <p:ph type="pic" sz="quarter" idx="13"/>
          </p:nvPr>
        </p:nvPicPr>
        <p:blipFill>
          <a:blip r:embed="rId3"/>
          <a:srcRect l="17727" r="15631" b="-1"/>
          <a:stretch>
            <a:fillRect/>
          </a:stretch>
        </p:blipFill>
        <p:spPr>
          <a:xfrm>
            <a:off x="634030" y="2495234"/>
            <a:ext cx="4709498" cy="3727766"/>
          </a:xfrm>
        </p:spPr>
      </p:pic>
      <p:sp>
        <p:nvSpPr>
          <p:cNvPr id="4" name="Content Placeholder 3">
            <a:extLst>
              <a:ext uri="{FF2B5EF4-FFF2-40B4-BE49-F238E27FC236}">
                <a16:creationId xmlns:a16="http://schemas.microsoft.com/office/drawing/2014/main" id="{A54E1083-7C9C-8A7F-CAD3-09EAC119E2B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1010614"/>
            <a:ext cx="5753037" cy="5212386"/>
          </a:xfrm>
        </p:spPr>
        <p:txBody>
          <a:bodyPr>
            <a:normAutofit/>
          </a:bodyPr>
          <a:lstStyle/>
          <a:p>
            <a:pPr marL="0" lvl="0" indent="0">
              <a:spcBef>
                <a:spcPts val="2500"/>
              </a:spcBef>
              <a:buFont typeface="Arial" panose="020B0604020202020204" pitchFamily="34" charset="0"/>
              <a:buNone/>
            </a:pPr>
            <a:r>
              <a:rPr lang="en-US" b="1"/>
              <a:t>Captação Automática Contínua</a:t>
            </a:r>
          </a:p>
          <a:p>
            <a:pPr marL="0" lvl="1" indent="0">
              <a:buFont typeface="Arial" panose="020B0604020202020204" pitchFamily="34" charset="0"/>
              <a:buNone/>
            </a:pPr>
            <a:r>
              <a:rPr lang="en-US"/>
              <a:t>O Radar captura oportunidades automaticamente, garantindo atualizações diárias sem necessidade humana.</a:t>
            </a:r>
          </a:p>
          <a:p>
            <a:pPr marL="0" lvl="0" indent="0">
              <a:spcBef>
                <a:spcPts val="2500"/>
              </a:spcBef>
              <a:buFont typeface="Arial" panose="020B0604020202020204" pitchFamily="34" charset="0"/>
              <a:buNone/>
            </a:pPr>
            <a:r>
              <a:rPr lang="en-US" b="1"/>
              <a:t>Filtragem Estratégica Configurável</a:t>
            </a:r>
          </a:p>
          <a:p>
            <a:pPr marL="0" lvl="1" indent="0">
              <a:buFont typeface="Arial" panose="020B0604020202020204" pitchFamily="34" charset="0"/>
              <a:buNone/>
            </a:pPr>
            <a:r>
              <a:rPr lang="en-US"/>
              <a:t>Permite ajustes rápidos para mudanças de foco institucional ou novas áreas de interesse.</a:t>
            </a:r>
          </a:p>
          <a:p>
            <a:pPr marL="0" lvl="0" indent="0">
              <a:spcBef>
                <a:spcPts val="2500"/>
              </a:spcBef>
              <a:buFont typeface="Arial" panose="020B0604020202020204" pitchFamily="34" charset="0"/>
              <a:buNone/>
            </a:pPr>
            <a:r>
              <a:rPr lang="en-US" b="1"/>
              <a:t>Organização de Dados em Excel</a:t>
            </a:r>
          </a:p>
          <a:p>
            <a:pPr marL="0" lvl="1" indent="0">
              <a:buFont typeface="Arial" panose="020B0604020202020204" pitchFamily="34" charset="0"/>
              <a:buNone/>
            </a:pPr>
            <a:r>
              <a:rPr lang="en-US"/>
              <a:t>Dados são organizados em Excel para fácil adoção e uso imediato pela equipe.</a:t>
            </a:r>
          </a:p>
          <a:p>
            <a:pPr marL="0" lvl="0" indent="0">
              <a:spcBef>
                <a:spcPts val="2500"/>
              </a:spcBef>
              <a:buFont typeface="Arial" panose="020B0604020202020204" pitchFamily="34" charset="0"/>
              <a:buNone/>
            </a:pPr>
            <a:r>
              <a:rPr lang="en-US" b="1"/>
              <a:t>Análise Inteligente e Alertas</a:t>
            </a:r>
          </a:p>
          <a:p>
            <a:pPr marL="0" lvl="1" indent="0">
              <a:buFont typeface="Arial" panose="020B0604020202020204" pitchFamily="34" charset="0"/>
              <a:buNone/>
            </a:pPr>
            <a:r>
              <a:rPr lang="en-US"/>
              <a:t>Gera classificações, recomendações e alertas automáticos por e-mail para decisões proativas.</a:t>
            </a:r>
          </a:p>
        </p:txBody>
      </p:sp>
    </p:spTree>
    <p:extLst>
      <p:ext uri="{BB962C8B-B14F-4D97-AF65-F5344CB8AC3E}">
        <p14:creationId xmlns:p14="http://schemas.microsoft.com/office/powerpoint/2010/main" val="10544543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8_BE7D5A3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0BFE0-AF12-9DE6-2B0E-759BB75CA6A9}"/>
              </a:ext>
            </a:extLst>
          </p:cNvPr>
          <p:cNvSpPr>
            <a:spLocks noGrp="1"/>
          </p:cNvSpPr>
          <p:nvPr>
            <p:ph type="title"/>
          </p:nvPr>
        </p:nvSpPr>
        <p:spPr>
          <a:xfrm>
            <a:off x="4632163" y="1016955"/>
            <a:ext cx="7026437" cy="731520"/>
          </a:xfrm>
        </p:spPr>
        <p:txBody>
          <a:bodyPr anchor="t">
            <a:normAutofit/>
          </a:bodyPr>
          <a:lstStyle/>
          <a:p>
            <a:r>
              <a:rPr lang="en-US" sz="2500"/>
              <a:t>Benefícios estratégicos para a empresa</a:t>
            </a:r>
          </a:p>
        </p:txBody>
      </p:sp>
      <p:pic>
        <p:nvPicPr>
          <p:cNvPr id="5" name="Content Placeholder 4" descr="Cena de um grupo de programadores trabalhando juntos em um código de computador à noite">
            <a:extLst>
              <a:ext uri="{FF2B5EF4-FFF2-40B4-BE49-F238E27FC236}">
                <a16:creationId xmlns:a16="http://schemas.microsoft.com/office/drawing/2014/main" id="{DED6BD83-D41C-4A57-8135-BC3089F4EF08}"/>
              </a:ext>
            </a:extLst>
          </p:cNvPr>
          <p:cNvPicPr>
            <a:picLocks noGrp="1" noChangeAspect="1"/>
          </p:cNvPicPr>
          <p:nvPr>
            <p:ph type="pic" sz="quarter" idx="13"/>
          </p:nvPr>
        </p:nvPicPr>
        <p:blipFill>
          <a:blip r:embed="rId3"/>
          <a:srcRect l="48883" r="12202" b="-2"/>
          <a:stretch>
            <a:fillRect/>
          </a:stretch>
        </p:blipFill>
        <p:spPr>
          <a:xfrm>
            <a:off x="20" y="1"/>
            <a:ext cx="3998113" cy="6858000"/>
          </a:xfrm>
        </p:spPr>
      </p:pic>
      <p:sp>
        <p:nvSpPr>
          <p:cNvPr id="4" name="Content Placeholder 3">
            <a:extLst>
              <a:ext uri="{FF2B5EF4-FFF2-40B4-BE49-F238E27FC236}">
                <a16:creationId xmlns:a16="http://schemas.microsoft.com/office/drawing/2014/main" id="{F4519260-90C5-FA7F-5052-A22CA915EC5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2145668"/>
            <a:ext cx="7026432" cy="4077331"/>
          </a:xfrm>
        </p:spPr>
        <p:txBody>
          <a:bodyPr>
            <a:normAutofit/>
          </a:bodyPr>
          <a:lstStyle/>
          <a:p>
            <a:pPr marL="0" lvl="0" indent="0">
              <a:spcBef>
                <a:spcPts val="2500"/>
              </a:spcBef>
              <a:buFont typeface="Arial" panose="020B0604020202020204" pitchFamily="34" charset="0"/>
              <a:buNone/>
            </a:pPr>
            <a:r>
              <a:rPr lang="en-US" b="1"/>
              <a:t>Antecipação de Oportunidades</a:t>
            </a:r>
          </a:p>
          <a:p>
            <a:pPr marL="0" lvl="1" indent="0">
              <a:buFont typeface="Arial" panose="020B0604020202020204" pitchFamily="34" charset="0"/>
              <a:buNone/>
            </a:pPr>
            <a:r>
              <a:rPr lang="en-US"/>
              <a:t>O sistema permite à empresa agir proativamente, aumentando competitividade e evitando perdas por prazos perdidos.</a:t>
            </a:r>
          </a:p>
          <a:p>
            <a:pPr marL="0" lvl="0" indent="0">
              <a:spcBef>
                <a:spcPts val="2500"/>
              </a:spcBef>
              <a:buFont typeface="Arial" panose="020B0604020202020204" pitchFamily="34" charset="0"/>
              <a:buNone/>
            </a:pPr>
            <a:r>
              <a:rPr lang="en-US" b="1"/>
              <a:t>Redução do Esforço Operacional</a:t>
            </a:r>
          </a:p>
          <a:p>
            <a:pPr marL="0" lvl="1" indent="0">
              <a:buFont typeface="Arial" panose="020B0604020202020204" pitchFamily="34" charset="0"/>
              <a:buNone/>
            </a:pPr>
            <a:r>
              <a:rPr lang="en-US"/>
              <a:t>Diminui o trabalho operacional, liberando tempo para análises jurídicas e elaboração de propostas estratégicas.</a:t>
            </a:r>
          </a:p>
          <a:p>
            <a:pPr marL="0" lvl="0" indent="0">
              <a:spcBef>
                <a:spcPts val="2500"/>
              </a:spcBef>
              <a:buFont typeface="Arial" panose="020B0604020202020204" pitchFamily="34" charset="0"/>
              <a:buNone/>
            </a:pPr>
            <a:r>
              <a:rPr lang="en-US" b="1"/>
              <a:t>Organização do Pipeline de Captação</a:t>
            </a:r>
          </a:p>
          <a:p>
            <a:pPr marL="0" lvl="1" indent="0">
              <a:buFont typeface="Arial" panose="020B0604020202020204" pitchFamily="34" charset="0"/>
              <a:buNone/>
            </a:pPr>
            <a:r>
              <a:rPr lang="en-US"/>
              <a:t>Pipeline visível e rastreável facilita decisões estratégicas e avaliação de desempenho ao longo do tempo.</a:t>
            </a:r>
          </a:p>
          <a:p>
            <a:pPr marL="0" lvl="0" indent="0">
              <a:spcBef>
                <a:spcPts val="2500"/>
              </a:spcBef>
              <a:buFont typeface="Arial" panose="020B0604020202020204" pitchFamily="34" charset="0"/>
              <a:buNone/>
            </a:pPr>
            <a:r>
              <a:rPr lang="en-US" b="1"/>
              <a:t>Governança e Posicionamento Institucional</a:t>
            </a:r>
          </a:p>
          <a:p>
            <a:pPr marL="0" lvl="1" indent="0">
              <a:buFont typeface="Arial" panose="020B0604020202020204" pitchFamily="34" charset="0"/>
              <a:buNone/>
            </a:pPr>
            <a:r>
              <a:rPr lang="en-US"/>
              <a:t>Padroniza decisões, registra aprendizados e fortalece o posicionamento da empresa no mercado público.</a:t>
            </a:r>
          </a:p>
        </p:txBody>
      </p:sp>
    </p:spTree>
    <p:extLst>
      <p:ext uri="{BB962C8B-B14F-4D97-AF65-F5344CB8AC3E}">
        <p14:creationId xmlns:p14="http://schemas.microsoft.com/office/powerpoint/2010/main" val="31958861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9_BF80907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C7998-428E-074E-6925-18920537B8CD}"/>
              </a:ext>
            </a:extLst>
          </p:cNvPr>
          <p:cNvSpPr>
            <a:spLocks noGrp="1"/>
          </p:cNvSpPr>
          <p:nvPr>
            <p:ph type="title"/>
          </p:nvPr>
        </p:nvSpPr>
        <p:spPr>
          <a:xfrm>
            <a:off x="4632163" y="1016955"/>
            <a:ext cx="7026437" cy="731520"/>
          </a:xfrm>
        </p:spPr>
        <p:txBody>
          <a:bodyPr anchor="t">
            <a:normAutofit/>
          </a:bodyPr>
          <a:lstStyle/>
          <a:p>
            <a:r>
              <a:rPr lang="en-US" sz="2500"/>
              <a:t>Demonstração prática do sistema</a:t>
            </a:r>
          </a:p>
        </p:txBody>
      </p:sp>
      <p:pic>
        <p:nvPicPr>
          <p:cNvPr id="5" name="Content Placeholder 4" descr="Ilustração 3D.">
            <a:extLst>
              <a:ext uri="{FF2B5EF4-FFF2-40B4-BE49-F238E27FC236}">
                <a16:creationId xmlns:a16="http://schemas.microsoft.com/office/drawing/2014/main" id="{6CCE4D8B-46FA-410F-9E01-CCDC803040BE}"/>
              </a:ext>
            </a:extLst>
          </p:cNvPr>
          <p:cNvPicPr>
            <a:picLocks noGrp="1" noChangeAspect="1"/>
          </p:cNvPicPr>
          <p:nvPr>
            <p:ph type="pic" sz="quarter" idx="13"/>
          </p:nvPr>
        </p:nvPicPr>
        <p:blipFill>
          <a:blip r:embed="rId3"/>
          <a:srcRect l="12286" r="43990"/>
          <a:stretch>
            <a:fillRect/>
          </a:stretch>
        </p:blipFill>
        <p:spPr>
          <a:xfrm>
            <a:off x="20" y="1"/>
            <a:ext cx="3998113" cy="6858000"/>
          </a:xfrm>
        </p:spPr>
      </p:pic>
      <p:sp>
        <p:nvSpPr>
          <p:cNvPr id="4" name="Content Placeholder 3">
            <a:extLst>
              <a:ext uri="{FF2B5EF4-FFF2-40B4-BE49-F238E27FC236}">
                <a16:creationId xmlns:a16="http://schemas.microsoft.com/office/drawing/2014/main" id="{8A69CFBD-DF7D-5E04-3CDE-E4C11F83360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2145668"/>
            <a:ext cx="7026432" cy="4077331"/>
          </a:xfrm>
        </p:spPr>
        <p:txBody>
          <a:bodyPr>
            <a:normAutofit/>
          </a:bodyPr>
          <a:lstStyle/>
          <a:p>
            <a:pPr marL="0" lvl="0" indent="0">
              <a:spcBef>
                <a:spcPts val="2500"/>
              </a:spcBef>
              <a:buFont typeface="Arial" panose="020B0604020202020204" pitchFamily="34" charset="0"/>
              <a:buNone/>
            </a:pPr>
            <a:r>
              <a:rPr lang="en-US" b="1"/>
              <a:t>Execução simples e rápida</a:t>
            </a:r>
          </a:p>
          <a:p>
            <a:pPr marL="0" lvl="1" indent="0">
              <a:buFont typeface="Arial" panose="020B0604020202020204" pitchFamily="34" charset="0"/>
              <a:buNone/>
            </a:pPr>
            <a:r>
              <a:rPr lang="en-US"/>
              <a:t>O sistema é executado facilmente com um duplo clique, evidenciando sua simplicidade e rapidez.</a:t>
            </a:r>
          </a:p>
          <a:p>
            <a:pPr marL="0" lvl="0" indent="0">
              <a:spcBef>
                <a:spcPts val="2500"/>
              </a:spcBef>
              <a:buFont typeface="Arial" panose="020B0604020202020204" pitchFamily="34" charset="0"/>
              <a:buNone/>
            </a:pPr>
            <a:r>
              <a:rPr lang="en-US" b="1"/>
              <a:t>Coleta e atualização automática</a:t>
            </a:r>
          </a:p>
          <a:p>
            <a:pPr marL="0" lvl="1" indent="0">
              <a:buFont typeface="Arial" panose="020B0604020202020204" pitchFamily="34" charset="0"/>
              <a:buNone/>
            </a:pPr>
            <a:r>
              <a:rPr lang="en-US"/>
              <a:t>Coleta automática de novas oportunidades e atualização organizada da base de dados Excel.</a:t>
            </a:r>
          </a:p>
          <a:p>
            <a:pPr marL="0" lvl="0" indent="0">
              <a:spcBef>
                <a:spcPts val="2500"/>
              </a:spcBef>
              <a:buFont typeface="Arial" panose="020B0604020202020204" pitchFamily="34" charset="0"/>
              <a:buNone/>
            </a:pPr>
            <a:r>
              <a:rPr lang="en-US" b="1"/>
              <a:t>Envio automático de notificações</a:t>
            </a:r>
          </a:p>
          <a:p>
            <a:pPr marL="0" lvl="1" indent="0">
              <a:buFont typeface="Arial" panose="020B0604020202020204" pitchFamily="34" charset="0"/>
              <a:buNone/>
            </a:pPr>
            <a:r>
              <a:rPr lang="en-US"/>
              <a:t>O sistema envia e-mails automáticos para notificar a liderança sem necessidade de intervenção manual.</a:t>
            </a:r>
          </a:p>
          <a:p>
            <a:pPr marL="0" lvl="0" indent="0">
              <a:spcBef>
                <a:spcPts val="2500"/>
              </a:spcBef>
              <a:buFont typeface="Arial" panose="020B0604020202020204" pitchFamily="34" charset="0"/>
              <a:buNone/>
            </a:pPr>
            <a:r>
              <a:rPr lang="en-US" b="1"/>
              <a:t>Robustez e confiabilidade</a:t>
            </a:r>
          </a:p>
          <a:p>
            <a:pPr marL="0" lvl="1" indent="0">
              <a:buFont typeface="Arial" panose="020B0604020202020204" pitchFamily="34" charset="0"/>
              <a:buNone/>
            </a:pPr>
            <a:r>
              <a:rPr lang="en-US"/>
              <a:t>O sistema funciona de forma consistente e previsível, mesmo sem supervisão constante.</a:t>
            </a:r>
          </a:p>
        </p:txBody>
      </p:sp>
    </p:spTree>
    <p:extLst>
      <p:ext uri="{BB962C8B-B14F-4D97-AF65-F5344CB8AC3E}">
        <p14:creationId xmlns:p14="http://schemas.microsoft.com/office/powerpoint/2010/main" val="32128738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_0_1FA65DB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96673E19.xml><?xml version="1.0" encoding="utf-8"?>
<a:theme xmlns:a="http://schemas.openxmlformats.org/drawingml/2006/main" name="Modulo">
  <a:themeElements>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o_Copilot Layouts_win32_SD_V6" id="{49C5632F-1D3A-4333-ABAA-E3191A9D5D1B}" vid="{9EF76739-2083-4254-82E9-ECA94F6BD318}"/>
    </a:ext>
  </a:extLst>
</a:theme>
</file>

<file path=docProps/core.xml><?xml version="1.0" encoding="utf-8"?>
<cp:coreProperties xmlns:cp="http://schemas.openxmlformats.org/package/2006/metadata/core-properties" xmlns:dc="http://purl.org/dc/elements/1.1/" xmlns:dcterms="http://purl.org/dc/terms/" xmlns:xsi="http://www.w3.org/2001/XMLSchema-instance">
  <dc:creator>suporte@rnsj.com.br</dc:creator>
  <cp:lastModifiedBy>suporte@rnsj.com.br</cp:lastModifiedBy>
</cp:coreProperties>
</file>